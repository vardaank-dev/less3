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7A1"/>
    <a:srgbClr val="2196F3"/>
    <a:srgbClr val="4CAF50"/>
    <a:srgbClr val="FF0D4B"/>
    <a:srgbClr val="A008F4"/>
    <a:srgbClr val="FC04AC"/>
    <a:srgbClr val="FE7B03"/>
    <a:srgbClr val="FFCB00"/>
    <a:srgbClr val="0081FB"/>
    <a:srgbClr val="8630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5172E-4D05-44A4-A522-7A718D38304F}" v="123" dt="2026-03-31T13:44:23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5" autoAdjust="0"/>
    <p:restoredTop sz="94660"/>
  </p:normalViewPr>
  <p:slideViewPr>
    <p:cSldViewPr snapToGrid="0">
      <p:cViewPr>
        <p:scale>
          <a:sx n="50" d="100"/>
          <a:sy n="50" d="100"/>
        </p:scale>
        <p:origin x="78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daan Kulshreshtha" userId="6db5a29ce8bfebfb" providerId="LiveId" clId="{11C91A3B-277C-4A78-8DBB-6A5A1673F7BA}"/>
    <pc:docChg chg="undo redo custSel addSld delSld modSld sldOrd modMainMaster">
      <pc:chgData name="Vardaan Kulshreshtha" userId="6db5a29ce8bfebfb" providerId="LiveId" clId="{11C91A3B-277C-4A78-8DBB-6A5A1673F7BA}" dt="2026-03-31T13:44:31.046" v="1449" actId="1076"/>
      <pc:docMkLst>
        <pc:docMk/>
      </pc:docMkLst>
      <pc:sldChg chg="addSp delSp modSp del mod modTransition">
        <pc:chgData name="Vardaan Kulshreshtha" userId="6db5a29ce8bfebfb" providerId="LiveId" clId="{11C91A3B-277C-4A78-8DBB-6A5A1673F7BA}" dt="2026-03-31T08:51:47.853" v="629" actId="2696"/>
        <pc:sldMkLst>
          <pc:docMk/>
          <pc:sldMk cId="834916241" sldId="256"/>
        </pc:sldMkLst>
        <pc:spChg chg="add del">
          <ac:chgData name="Vardaan Kulshreshtha" userId="6db5a29ce8bfebfb" providerId="LiveId" clId="{11C91A3B-277C-4A78-8DBB-6A5A1673F7BA}" dt="2026-03-31T07:54:41.891" v="21" actId="478"/>
          <ac:spMkLst>
            <pc:docMk/>
            <pc:sldMk cId="834916241" sldId="256"/>
            <ac:spMk id="5" creationId="{067A617A-F21C-9C7C-B6AA-09E4D2EAB499}"/>
          </ac:spMkLst>
        </pc:spChg>
        <pc:spChg chg="del">
          <ac:chgData name="Vardaan Kulshreshtha" userId="6db5a29ce8bfebfb" providerId="LiveId" clId="{11C91A3B-277C-4A78-8DBB-6A5A1673F7BA}" dt="2026-03-31T08:05:28.133" v="69" actId="478"/>
          <ac:spMkLst>
            <pc:docMk/>
            <pc:sldMk cId="834916241" sldId="256"/>
            <ac:spMk id="19" creationId="{2C94F574-EE7F-3FDA-BE4A-E58EA7A5A540}"/>
          </ac:spMkLst>
        </pc:spChg>
        <pc:spChg chg="mod">
          <ac:chgData name="Vardaan Kulshreshtha" userId="6db5a29ce8bfebfb" providerId="LiveId" clId="{11C91A3B-277C-4A78-8DBB-6A5A1673F7BA}" dt="2026-03-31T08:05:41.555" v="73" actId="20577"/>
          <ac:spMkLst>
            <pc:docMk/>
            <pc:sldMk cId="834916241" sldId="256"/>
            <ac:spMk id="20" creationId="{8D3DF046-D76F-924B-05BB-EC2DD1D381C6}"/>
          </ac:spMkLst>
        </pc:spChg>
        <pc:spChg chg="del">
          <ac:chgData name="Vardaan Kulshreshtha" userId="6db5a29ce8bfebfb" providerId="LiveId" clId="{11C91A3B-277C-4A78-8DBB-6A5A1673F7BA}" dt="2026-03-31T08:05:32.481" v="71" actId="478"/>
          <ac:spMkLst>
            <pc:docMk/>
            <pc:sldMk cId="834916241" sldId="256"/>
            <ac:spMk id="21" creationId="{BA25BE1E-DBED-B2DE-6729-F34B27AD5495}"/>
          </ac:spMkLst>
        </pc:spChg>
        <pc:spChg chg="del">
          <ac:chgData name="Vardaan Kulshreshtha" userId="6db5a29ce8bfebfb" providerId="LiveId" clId="{11C91A3B-277C-4A78-8DBB-6A5A1673F7BA}" dt="2026-03-31T08:05:30.551" v="70" actId="478"/>
          <ac:spMkLst>
            <pc:docMk/>
            <pc:sldMk cId="834916241" sldId="256"/>
            <ac:spMk id="22" creationId="{34F0525A-4A5B-D926-73BB-F030F84C0420}"/>
          </ac:spMkLst>
        </pc:spChg>
        <pc:spChg chg="mod">
          <ac:chgData name="Vardaan Kulshreshtha" userId="6db5a29ce8bfebfb" providerId="LiveId" clId="{11C91A3B-277C-4A78-8DBB-6A5A1673F7BA}" dt="2026-03-31T07:52:49.475" v="10" actId="403"/>
          <ac:spMkLst>
            <pc:docMk/>
            <pc:sldMk cId="834916241" sldId="256"/>
            <ac:spMk id="23" creationId="{9E9B658E-0960-BD28-5720-C9A10E9D6B79}"/>
          </ac:spMkLst>
        </pc:spChg>
        <pc:spChg chg="mod">
          <ac:chgData name="Vardaan Kulshreshtha" userId="6db5a29ce8bfebfb" providerId="LiveId" clId="{11C91A3B-277C-4A78-8DBB-6A5A1673F7BA}" dt="2026-03-31T07:53:20.922" v="17" actId="20577"/>
          <ac:spMkLst>
            <pc:docMk/>
            <pc:sldMk cId="834916241" sldId="256"/>
            <ac:spMk id="26" creationId="{AE39A89A-EE43-6027-D4DE-D72B507D03CC}"/>
          </ac:spMkLst>
        </pc:spChg>
        <pc:picChg chg="add del mod">
          <ac:chgData name="Vardaan Kulshreshtha" userId="6db5a29ce8bfebfb" providerId="LiveId" clId="{11C91A3B-277C-4A78-8DBB-6A5A1673F7BA}" dt="2026-03-31T07:54:05.119" v="19" actId="478"/>
          <ac:picMkLst>
            <pc:docMk/>
            <pc:sldMk cId="834916241" sldId="256"/>
            <ac:picMk id="3" creationId="{8DD8A05D-D13F-5477-057C-1F1839064329}"/>
          </ac:picMkLst>
        </pc:picChg>
        <pc:picChg chg="add mod">
          <ac:chgData name="Vardaan Kulshreshtha" userId="6db5a29ce8bfebfb" providerId="LiveId" clId="{11C91A3B-277C-4A78-8DBB-6A5A1673F7BA}" dt="2026-03-31T08:02:56.241" v="67" actId="1076"/>
          <ac:picMkLst>
            <pc:docMk/>
            <pc:sldMk cId="834916241" sldId="256"/>
            <ac:picMk id="7" creationId="{C309298F-77FA-759A-A533-99E5103B2F03}"/>
          </ac:picMkLst>
        </pc:picChg>
        <pc:picChg chg="add mod">
          <ac:chgData name="Vardaan Kulshreshtha" userId="6db5a29ce8bfebfb" providerId="LiveId" clId="{11C91A3B-277C-4A78-8DBB-6A5A1673F7BA}" dt="2026-03-31T08:02:53.846" v="66" actId="1076"/>
          <ac:picMkLst>
            <pc:docMk/>
            <pc:sldMk cId="834916241" sldId="256"/>
            <ac:picMk id="9" creationId="{B1CBE685-516D-F269-CF54-AFF797BFA598}"/>
          </ac:picMkLst>
        </pc:picChg>
        <pc:picChg chg="add mod">
          <ac:chgData name="Vardaan Kulshreshtha" userId="6db5a29ce8bfebfb" providerId="LiveId" clId="{11C91A3B-277C-4A78-8DBB-6A5A1673F7BA}" dt="2026-03-31T08:02:44.375" v="63" actId="1076"/>
          <ac:picMkLst>
            <pc:docMk/>
            <pc:sldMk cId="834916241" sldId="256"/>
            <ac:picMk id="11" creationId="{FEDEE958-4AEB-8187-30D7-F659ED4B85AB}"/>
          </ac:picMkLst>
        </pc:picChg>
        <pc:picChg chg="add mod">
          <ac:chgData name="Vardaan Kulshreshtha" userId="6db5a29ce8bfebfb" providerId="LiveId" clId="{11C91A3B-277C-4A78-8DBB-6A5A1673F7BA}" dt="2026-03-31T08:02:39.646" v="61" actId="1076"/>
          <ac:picMkLst>
            <pc:docMk/>
            <pc:sldMk cId="834916241" sldId="256"/>
            <ac:picMk id="14" creationId="{081EAFC4-302B-5140-8198-9914B01BA4D8}"/>
          </ac:picMkLst>
        </pc:picChg>
        <pc:picChg chg="add mod">
          <ac:chgData name="Vardaan Kulshreshtha" userId="6db5a29ce8bfebfb" providerId="LiveId" clId="{11C91A3B-277C-4A78-8DBB-6A5A1673F7BA}" dt="2026-03-31T08:02:58.941" v="68" actId="1076"/>
          <ac:picMkLst>
            <pc:docMk/>
            <pc:sldMk cId="834916241" sldId="256"/>
            <ac:picMk id="16" creationId="{6B93EDED-CFE7-DBE0-5749-7A265465A41C}"/>
          </ac:picMkLst>
        </pc:picChg>
        <pc:picChg chg="add mod">
          <ac:chgData name="Vardaan Kulshreshtha" userId="6db5a29ce8bfebfb" providerId="LiveId" clId="{11C91A3B-277C-4A78-8DBB-6A5A1673F7BA}" dt="2026-03-31T08:11:43.059" v="240" actId="207"/>
          <ac:picMkLst>
            <pc:docMk/>
            <pc:sldMk cId="834916241" sldId="256"/>
            <ac:picMk id="18" creationId="{78BCBBDA-76F5-E019-A3D7-8DEAA5D29BD8}"/>
          </ac:picMkLst>
        </pc:picChg>
        <pc:picChg chg="add mod">
          <ac:chgData name="Vardaan Kulshreshtha" userId="6db5a29ce8bfebfb" providerId="LiveId" clId="{11C91A3B-277C-4A78-8DBB-6A5A1673F7BA}" dt="2026-03-31T08:11:35.471" v="239" actId="1076"/>
          <ac:picMkLst>
            <pc:docMk/>
            <pc:sldMk cId="834916241" sldId="256"/>
            <ac:picMk id="24" creationId="{088F40BC-02FA-62B9-11C0-7C617D8BA6B3}"/>
          </ac:picMkLst>
        </pc:picChg>
      </pc:sldChg>
      <pc:sldChg chg="addSp delSp modSp add mod ord modTransition setBg">
        <pc:chgData name="Vardaan Kulshreshtha" userId="6db5a29ce8bfebfb" providerId="LiveId" clId="{11C91A3B-277C-4A78-8DBB-6A5A1673F7BA}" dt="2026-03-31T13:44:31.046" v="1449" actId="1076"/>
        <pc:sldMkLst>
          <pc:docMk/>
          <pc:sldMk cId="1358508523" sldId="256"/>
        </pc:sldMkLst>
        <pc:spChg chg="add mod">
          <ac:chgData name="Vardaan Kulshreshtha" userId="6db5a29ce8bfebfb" providerId="LiveId" clId="{11C91A3B-277C-4A78-8DBB-6A5A1673F7BA}" dt="2026-03-31T13:44:31.046" v="1449" actId="1076"/>
          <ac:spMkLst>
            <pc:docMk/>
            <pc:sldMk cId="1358508523" sldId="256"/>
            <ac:spMk id="4" creationId="{FB8894D6-C6B7-0D82-2847-2E27315BE822}"/>
          </ac:spMkLst>
        </pc:spChg>
        <pc:spChg chg="del">
          <ac:chgData name="Vardaan Kulshreshtha" userId="6db5a29ce8bfebfb" providerId="LiveId" clId="{11C91A3B-277C-4A78-8DBB-6A5A1673F7BA}" dt="2026-03-31T13:09:39.691" v="1193" actId="478"/>
          <ac:spMkLst>
            <pc:docMk/>
            <pc:sldMk cId="1358508523" sldId="256"/>
            <ac:spMk id="12" creationId="{C4350DB5-3221-C5EE-FA98-1DA6A66F26AE}"/>
          </ac:spMkLst>
        </pc:spChg>
        <pc:spChg chg="del">
          <ac:chgData name="Vardaan Kulshreshtha" userId="6db5a29ce8bfebfb" providerId="LiveId" clId="{11C91A3B-277C-4A78-8DBB-6A5A1673F7BA}" dt="2026-03-31T13:09:38.773" v="1192" actId="478"/>
          <ac:spMkLst>
            <pc:docMk/>
            <pc:sldMk cId="1358508523" sldId="256"/>
            <ac:spMk id="20" creationId="{78DD9F13-BDE4-F43F-C1CE-753588403DA6}"/>
          </ac:spMkLst>
        </pc:spChg>
        <pc:spChg chg="add del">
          <ac:chgData name="Vardaan Kulshreshtha" userId="6db5a29ce8bfebfb" providerId="LiveId" clId="{11C91A3B-277C-4A78-8DBB-6A5A1673F7BA}" dt="2026-03-31T13:09:35.879" v="1191" actId="478"/>
          <ac:spMkLst>
            <pc:docMk/>
            <pc:sldMk cId="1358508523" sldId="256"/>
            <ac:spMk id="23" creationId="{D5AB0D41-AF1C-BE47-C03F-5900850AE110}"/>
          </ac:spMkLst>
        </pc:spChg>
        <pc:spChg chg="mod">
          <ac:chgData name="Vardaan Kulshreshtha" userId="6db5a29ce8bfebfb" providerId="LiveId" clId="{11C91A3B-277C-4A78-8DBB-6A5A1673F7BA}" dt="2026-03-31T13:09:54.435" v="1198" actId="20577"/>
          <ac:spMkLst>
            <pc:docMk/>
            <pc:sldMk cId="1358508523" sldId="256"/>
            <ac:spMk id="26" creationId="{B9329273-CE68-7635-92E6-FD2DD7546877}"/>
          </ac:spMkLst>
        </pc:spChg>
        <pc:picChg chg="add mod">
          <ac:chgData name="Vardaan Kulshreshtha" userId="6db5a29ce8bfebfb" providerId="LiveId" clId="{11C91A3B-277C-4A78-8DBB-6A5A1673F7BA}" dt="2026-03-31T13:09:42.305" v="1194" actId="1076"/>
          <ac:picMkLst>
            <pc:docMk/>
            <pc:sldMk cId="1358508523" sldId="256"/>
            <ac:picMk id="2" creationId="{E6E21F51-ECBB-071E-BE8A-C58E24BC2E68}"/>
          </ac:picMkLst>
        </pc:picChg>
        <pc:picChg chg="add mod">
          <ac:chgData name="Vardaan Kulshreshtha" userId="6db5a29ce8bfebfb" providerId="LiveId" clId="{11C91A3B-277C-4A78-8DBB-6A5A1673F7BA}" dt="2026-03-31T13:10:07.874" v="1204" actId="14100"/>
          <ac:picMkLst>
            <pc:docMk/>
            <pc:sldMk cId="1358508523" sldId="256"/>
            <ac:picMk id="3" creationId="{ED5425F5-D984-041D-9677-E787526680FA}"/>
          </ac:picMkLst>
        </pc:picChg>
        <pc:picChg chg="add mod">
          <ac:chgData name="Vardaan Kulshreshtha" userId="6db5a29ce8bfebfb" providerId="LiveId" clId="{11C91A3B-277C-4A78-8DBB-6A5A1673F7BA}" dt="2026-03-31T13:44:31.046" v="1449" actId="1076"/>
          <ac:picMkLst>
            <pc:docMk/>
            <pc:sldMk cId="1358508523" sldId="256"/>
            <ac:picMk id="5" creationId="{AA192779-5E47-14ED-8CEB-A92D962FAD18}"/>
          </ac:picMkLst>
        </pc:picChg>
        <pc:picChg chg="mod">
          <ac:chgData name="Vardaan Kulshreshtha" userId="6db5a29ce8bfebfb" providerId="LiveId" clId="{11C91A3B-277C-4A78-8DBB-6A5A1673F7BA}" dt="2026-03-31T13:09:59.147" v="1200" actId="14100"/>
          <ac:picMkLst>
            <pc:docMk/>
            <pc:sldMk cId="1358508523" sldId="256"/>
            <ac:picMk id="7" creationId="{39623495-62B2-3C57-7969-422EC8738B68}"/>
          </ac:picMkLst>
        </pc:picChg>
        <pc:picChg chg="mod">
          <ac:chgData name="Vardaan Kulshreshtha" userId="6db5a29ce8bfebfb" providerId="LiveId" clId="{11C91A3B-277C-4A78-8DBB-6A5A1673F7BA}" dt="2026-03-31T13:10:04.065" v="1202" actId="14100"/>
          <ac:picMkLst>
            <pc:docMk/>
            <pc:sldMk cId="1358508523" sldId="256"/>
            <ac:picMk id="9" creationId="{64DE7CA7-4583-0738-5A6D-5DA3867AAD35}"/>
          </ac:picMkLst>
        </pc:picChg>
        <pc:picChg chg="del">
          <ac:chgData name="Vardaan Kulshreshtha" userId="6db5a29ce8bfebfb" providerId="LiveId" clId="{11C91A3B-277C-4A78-8DBB-6A5A1673F7BA}" dt="2026-03-31T13:10:09.035" v="1205" actId="478"/>
          <ac:picMkLst>
            <pc:docMk/>
            <pc:sldMk cId="1358508523" sldId="256"/>
            <ac:picMk id="11" creationId="{066C6B21-5A89-5017-01F6-2689F22965B5}"/>
          </ac:picMkLst>
        </pc:picChg>
        <pc:picChg chg="mod">
          <ac:chgData name="Vardaan Kulshreshtha" userId="6db5a29ce8bfebfb" providerId="LiveId" clId="{11C91A3B-277C-4A78-8DBB-6A5A1673F7BA}" dt="2026-03-31T13:10:23.809" v="1210" actId="1076"/>
          <ac:picMkLst>
            <pc:docMk/>
            <pc:sldMk cId="1358508523" sldId="256"/>
            <ac:picMk id="14" creationId="{580CDFFC-1491-F3BD-60C6-19DFC321A1B7}"/>
          </ac:picMkLst>
        </pc:picChg>
        <pc:picChg chg="mod">
          <ac:chgData name="Vardaan Kulshreshtha" userId="6db5a29ce8bfebfb" providerId="LiveId" clId="{11C91A3B-277C-4A78-8DBB-6A5A1673F7BA}" dt="2026-03-31T13:10:17.335" v="1207" actId="14100"/>
          <ac:picMkLst>
            <pc:docMk/>
            <pc:sldMk cId="1358508523" sldId="256"/>
            <ac:picMk id="16" creationId="{9BA4983F-C8CF-ACF7-2349-544ECFA5554A}"/>
          </ac:picMkLst>
        </pc:picChg>
        <pc:picChg chg="mod">
          <ac:chgData name="Vardaan Kulshreshtha" userId="6db5a29ce8bfebfb" providerId="LiveId" clId="{11C91A3B-277C-4A78-8DBB-6A5A1673F7BA}" dt="2026-03-31T13:10:43.350" v="1211"/>
          <ac:picMkLst>
            <pc:docMk/>
            <pc:sldMk cId="1358508523" sldId="256"/>
            <ac:picMk id="24" creationId="{BB4903C8-D5A4-E4E1-84ED-97A9516F9EDE}"/>
          </ac:picMkLst>
        </pc:picChg>
      </pc:sldChg>
      <pc:sldChg chg="add del setBg">
        <pc:chgData name="Vardaan Kulshreshtha" userId="6db5a29ce8bfebfb" providerId="LiveId" clId="{11C91A3B-277C-4A78-8DBB-6A5A1673F7BA}" dt="2026-03-31T08:51:53.823" v="631"/>
        <pc:sldMkLst>
          <pc:docMk/>
          <pc:sldMk cId="2926387475" sldId="256"/>
        </pc:sldMkLst>
      </pc:sldChg>
      <pc:sldChg chg="addSp delSp modSp add mod setBg modShow">
        <pc:chgData name="Vardaan Kulshreshtha" userId="6db5a29ce8bfebfb" providerId="LiveId" clId="{11C91A3B-277C-4A78-8DBB-6A5A1673F7BA}" dt="2026-03-31T13:10:58.820" v="1213"/>
        <pc:sldMkLst>
          <pc:docMk/>
          <pc:sldMk cId="1737135175" sldId="257"/>
        </pc:sldMkLst>
        <pc:spChg chg="add mod">
          <ac:chgData name="Vardaan Kulshreshtha" userId="6db5a29ce8bfebfb" providerId="LiveId" clId="{11C91A3B-277C-4A78-8DBB-6A5A1673F7BA}" dt="2026-03-31T08:06:57.639" v="222" actId="1038"/>
          <ac:spMkLst>
            <pc:docMk/>
            <pc:sldMk cId="1737135175" sldId="257"/>
            <ac:spMk id="2" creationId="{7978DE2A-A2C6-87A0-9DE0-F7FF3083C585}"/>
          </ac:spMkLst>
        </pc:spChg>
        <pc:spChg chg="add mod">
          <ac:chgData name="Vardaan Kulshreshtha" userId="6db5a29ce8bfebfb" providerId="LiveId" clId="{11C91A3B-277C-4A78-8DBB-6A5A1673F7BA}" dt="2026-03-31T08:06:57.639" v="222" actId="1038"/>
          <ac:spMkLst>
            <pc:docMk/>
            <pc:sldMk cId="1737135175" sldId="257"/>
            <ac:spMk id="3" creationId="{87404C5F-CD5C-CE24-3D9A-248B6A8ECF80}"/>
          </ac:spMkLst>
        </pc:spChg>
        <pc:spChg chg="add mod">
          <ac:chgData name="Vardaan Kulshreshtha" userId="6db5a29ce8bfebfb" providerId="LiveId" clId="{11C91A3B-277C-4A78-8DBB-6A5A1673F7BA}" dt="2026-03-31T08:06:57.639" v="222" actId="1038"/>
          <ac:spMkLst>
            <pc:docMk/>
            <pc:sldMk cId="1737135175" sldId="257"/>
            <ac:spMk id="4" creationId="{56587FC9-2F81-D1B4-DAFB-000D9BDBDA1E}"/>
          </ac:spMkLst>
        </pc:spChg>
        <pc:spChg chg="add mod">
          <ac:chgData name="Vardaan Kulshreshtha" userId="6db5a29ce8bfebfb" providerId="LiveId" clId="{11C91A3B-277C-4A78-8DBB-6A5A1673F7BA}" dt="2026-03-31T08:06:57.639" v="222" actId="1038"/>
          <ac:spMkLst>
            <pc:docMk/>
            <pc:sldMk cId="1737135175" sldId="257"/>
            <ac:spMk id="5" creationId="{6F2B3C90-3F38-8878-2256-D62439611F14}"/>
          </ac:spMkLst>
        </pc:spChg>
        <pc:spChg chg="del mod">
          <ac:chgData name="Vardaan Kulshreshtha" userId="6db5a29ce8bfebfb" providerId="LiveId" clId="{11C91A3B-277C-4A78-8DBB-6A5A1673F7BA}" dt="2026-03-31T08:06:24.221" v="76" actId="478"/>
          <ac:spMkLst>
            <pc:docMk/>
            <pc:sldMk cId="1737135175" sldId="257"/>
            <ac:spMk id="12" creationId="{63BA7F2A-E0ED-156B-A9D9-9AFD9D3F88A2}"/>
          </ac:spMkLst>
        </pc:spChg>
        <pc:spChg chg="del mod">
          <ac:chgData name="Vardaan Kulshreshtha" userId="6db5a29ce8bfebfb" providerId="LiveId" clId="{11C91A3B-277C-4A78-8DBB-6A5A1673F7BA}" dt="2026-03-31T08:06:24.221" v="76" actId="478"/>
          <ac:spMkLst>
            <pc:docMk/>
            <pc:sldMk cId="1737135175" sldId="257"/>
            <ac:spMk id="20" creationId="{EC0A1C4E-74B2-C0D6-F27F-23010396D514}"/>
          </ac:spMkLst>
        </pc:spChg>
        <pc:spChg chg="add mod ord">
          <ac:chgData name="Vardaan Kulshreshtha" userId="6db5a29ce8bfebfb" providerId="LiveId" clId="{11C91A3B-277C-4A78-8DBB-6A5A1673F7BA}" dt="2026-03-31T08:22:22.551" v="490" actId="2711"/>
          <ac:spMkLst>
            <pc:docMk/>
            <pc:sldMk cId="1737135175" sldId="257"/>
            <ac:spMk id="22" creationId="{42A4F596-7C44-80EE-8AE5-EA60C5B6D163}"/>
          </ac:spMkLst>
        </pc:spChg>
        <pc:spChg chg="del mod">
          <ac:chgData name="Vardaan Kulshreshtha" userId="6db5a29ce8bfebfb" providerId="LiveId" clId="{11C91A3B-277C-4A78-8DBB-6A5A1673F7BA}" dt="2026-03-31T08:06:24.221" v="76" actId="478"/>
          <ac:spMkLst>
            <pc:docMk/>
            <pc:sldMk cId="1737135175" sldId="257"/>
            <ac:spMk id="23" creationId="{1825F38E-2458-8214-7FD3-B02FA7866C97}"/>
          </ac:spMkLst>
        </pc:spChg>
        <pc:spChg chg="add mod">
          <ac:chgData name="Vardaan Kulshreshtha" userId="6db5a29ce8bfebfb" providerId="LiveId" clId="{11C91A3B-277C-4A78-8DBB-6A5A1673F7BA}" dt="2026-03-31T08:22:10.187" v="489" actId="2711"/>
          <ac:spMkLst>
            <pc:docMk/>
            <pc:sldMk cId="1737135175" sldId="257"/>
            <ac:spMk id="24" creationId="{BE52B29A-E12A-C875-A235-5CA6624B6F43}"/>
          </ac:spMkLst>
        </pc:spChg>
        <pc:spChg chg="del mod">
          <ac:chgData name="Vardaan Kulshreshtha" userId="6db5a29ce8bfebfb" providerId="LiveId" clId="{11C91A3B-277C-4A78-8DBB-6A5A1673F7BA}" dt="2026-03-31T08:06:24.221" v="76" actId="478"/>
          <ac:spMkLst>
            <pc:docMk/>
            <pc:sldMk cId="1737135175" sldId="257"/>
            <ac:spMk id="26" creationId="{5F3410B8-3E9C-1EA1-D0C4-4919F1F69D8E}"/>
          </ac:spMkLst>
        </pc:spChg>
        <pc:picChg chg="add mod">
          <ac:chgData name="Vardaan Kulshreshtha" userId="6db5a29ce8bfebfb" providerId="LiveId" clId="{11C91A3B-277C-4A78-8DBB-6A5A1673F7BA}" dt="2026-03-31T08:06:57.639" v="222" actId="1038"/>
          <ac:picMkLst>
            <pc:docMk/>
            <pc:sldMk cId="1737135175" sldId="257"/>
            <ac:picMk id="6" creationId="{C7D9261E-990F-E287-441F-71A91E7A99CF}"/>
          </ac:picMkLst>
        </pc:picChg>
        <pc:picChg chg="mod">
          <ac:chgData name="Vardaan Kulshreshtha" userId="6db5a29ce8bfebfb" providerId="LiveId" clId="{11C91A3B-277C-4A78-8DBB-6A5A1673F7BA}" dt="2026-03-31T08:06:34.975" v="81" actId="1076"/>
          <ac:picMkLst>
            <pc:docMk/>
            <pc:sldMk cId="1737135175" sldId="257"/>
            <ac:picMk id="7" creationId="{9FAC115D-1837-B3D7-3803-CA51DB718C8C}"/>
          </ac:picMkLst>
        </pc:picChg>
        <pc:picChg chg="add mod">
          <ac:chgData name="Vardaan Kulshreshtha" userId="6db5a29ce8bfebfb" providerId="LiveId" clId="{11C91A3B-277C-4A78-8DBB-6A5A1673F7BA}" dt="2026-03-31T08:06:57.639" v="222" actId="1038"/>
          <ac:picMkLst>
            <pc:docMk/>
            <pc:sldMk cId="1737135175" sldId="257"/>
            <ac:picMk id="8" creationId="{D4CDEEF0-D234-7DA9-2E69-1A3F1BD42443}"/>
          </ac:picMkLst>
        </pc:picChg>
        <pc:picChg chg="add mod">
          <ac:chgData name="Vardaan Kulshreshtha" userId="6db5a29ce8bfebfb" providerId="LiveId" clId="{11C91A3B-277C-4A78-8DBB-6A5A1673F7BA}" dt="2026-03-31T11:55:02.139" v="643" actId="1076"/>
          <ac:picMkLst>
            <pc:docMk/>
            <pc:sldMk cId="1737135175" sldId="257"/>
            <ac:picMk id="9" creationId="{3833406B-B550-6603-91F8-6E6D77882506}"/>
          </ac:picMkLst>
        </pc:picChg>
        <pc:picChg chg="del">
          <ac:chgData name="Vardaan Kulshreshtha" userId="6db5a29ce8bfebfb" providerId="LiveId" clId="{11C91A3B-277C-4A78-8DBB-6A5A1673F7BA}" dt="2026-03-31T08:06:25.721" v="77" actId="478"/>
          <ac:picMkLst>
            <pc:docMk/>
            <pc:sldMk cId="1737135175" sldId="257"/>
            <ac:picMk id="9" creationId="{7DECC198-7A35-D1A1-67BD-E96B2158A5B9}"/>
          </ac:picMkLst>
        </pc:picChg>
        <pc:picChg chg="add mod">
          <ac:chgData name="Vardaan Kulshreshtha" userId="6db5a29ce8bfebfb" providerId="LiveId" clId="{11C91A3B-277C-4A78-8DBB-6A5A1673F7BA}" dt="2026-03-31T08:06:57.639" v="222" actId="1038"/>
          <ac:picMkLst>
            <pc:docMk/>
            <pc:sldMk cId="1737135175" sldId="257"/>
            <ac:picMk id="10" creationId="{2E738765-8902-9EA2-8789-FAEE2A273BA6}"/>
          </ac:picMkLst>
        </pc:picChg>
        <pc:picChg chg="del mod">
          <ac:chgData name="Vardaan Kulshreshtha" userId="6db5a29ce8bfebfb" providerId="LiveId" clId="{11C91A3B-277C-4A78-8DBB-6A5A1673F7BA}" dt="2026-03-31T08:06:24.221" v="76" actId="478"/>
          <ac:picMkLst>
            <pc:docMk/>
            <pc:sldMk cId="1737135175" sldId="257"/>
            <ac:picMk id="11" creationId="{2AB2D0C8-E8F4-6BDF-507F-64D59D1B6B29}"/>
          </ac:picMkLst>
        </pc:picChg>
        <pc:picChg chg="add mod">
          <ac:chgData name="Vardaan Kulshreshtha" userId="6db5a29ce8bfebfb" providerId="LiveId" clId="{11C91A3B-277C-4A78-8DBB-6A5A1673F7BA}" dt="2026-03-31T08:06:57.639" v="222" actId="1038"/>
          <ac:picMkLst>
            <pc:docMk/>
            <pc:sldMk cId="1737135175" sldId="257"/>
            <ac:picMk id="13" creationId="{A17E55C7-E969-E265-9E0F-70129797B3FC}"/>
          </ac:picMkLst>
        </pc:picChg>
        <pc:picChg chg="del mod">
          <ac:chgData name="Vardaan Kulshreshtha" userId="6db5a29ce8bfebfb" providerId="LiveId" clId="{11C91A3B-277C-4A78-8DBB-6A5A1673F7BA}" dt="2026-03-31T08:06:24.221" v="76" actId="478"/>
          <ac:picMkLst>
            <pc:docMk/>
            <pc:sldMk cId="1737135175" sldId="257"/>
            <ac:picMk id="14" creationId="{83F128FA-00B0-206A-D745-30FCB14E96F9}"/>
          </ac:picMkLst>
        </pc:picChg>
        <pc:picChg chg="add mod">
          <ac:chgData name="Vardaan Kulshreshtha" userId="6db5a29ce8bfebfb" providerId="LiveId" clId="{11C91A3B-277C-4A78-8DBB-6A5A1673F7BA}" dt="2026-03-31T13:10:58.820" v="1213"/>
          <ac:picMkLst>
            <pc:docMk/>
            <pc:sldMk cId="1737135175" sldId="257"/>
            <ac:picMk id="15" creationId="{B696FC4D-EBE2-AB00-FDBD-6A4ED75F7201}"/>
          </ac:picMkLst>
        </pc:picChg>
        <pc:picChg chg="del">
          <ac:chgData name="Vardaan Kulshreshtha" userId="6db5a29ce8bfebfb" providerId="LiveId" clId="{11C91A3B-277C-4A78-8DBB-6A5A1673F7BA}" dt="2026-03-31T08:06:26.884" v="78" actId="478"/>
          <ac:picMkLst>
            <pc:docMk/>
            <pc:sldMk cId="1737135175" sldId="257"/>
            <ac:picMk id="16" creationId="{FD3738B0-96F7-6FF0-0C8B-14B489D38220}"/>
          </ac:picMkLst>
        </pc:picChg>
        <pc:picChg chg="add mod">
          <ac:chgData name="Vardaan Kulshreshtha" userId="6db5a29ce8bfebfb" providerId="LiveId" clId="{11C91A3B-277C-4A78-8DBB-6A5A1673F7BA}" dt="2026-03-31T13:10:53.691" v="1212"/>
          <ac:picMkLst>
            <pc:docMk/>
            <pc:sldMk cId="1737135175" sldId="257"/>
            <ac:picMk id="17" creationId="{3D98167E-A762-B050-27ED-53F4EBE85EC2}"/>
          </ac:picMkLst>
        </pc:picChg>
        <pc:cxnChg chg="add mod ord">
          <ac:chgData name="Vardaan Kulshreshtha" userId="6db5a29ce8bfebfb" providerId="LiveId" clId="{11C91A3B-277C-4A78-8DBB-6A5A1673F7BA}" dt="2026-03-31T08:16:19.121" v="316" actId="171"/>
          <ac:cxnSpMkLst>
            <pc:docMk/>
            <pc:sldMk cId="1737135175" sldId="257"/>
            <ac:cxnSpMk id="19" creationId="{90DA39D4-3C27-464C-064E-8F4960FA2ED2}"/>
          </ac:cxnSpMkLst>
        </pc:cxnChg>
      </pc:sldChg>
      <pc:sldChg chg="addSp delSp modSp add mod setBg">
        <pc:chgData name="Vardaan Kulshreshtha" userId="6db5a29ce8bfebfb" providerId="LiveId" clId="{11C91A3B-277C-4A78-8DBB-6A5A1673F7BA}" dt="2026-03-31T13:11:13.493" v="1215"/>
        <pc:sldMkLst>
          <pc:docMk/>
          <pc:sldMk cId="1631142157" sldId="258"/>
        </pc:sldMkLst>
        <pc:spChg chg="add mod ord">
          <ac:chgData name="Vardaan Kulshreshtha" userId="6db5a29ce8bfebfb" providerId="LiveId" clId="{11C91A3B-277C-4A78-8DBB-6A5A1673F7BA}" dt="2026-03-31T08:22:36.252" v="491" actId="2711"/>
          <ac:spMkLst>
            <pc:docMk/>
            <pc:sldMk cId="1631142157" sldId="258"/>
            <ac:spMk id="17" creationId="{30B5FCFF-A164-39F3-2825-DCC1C977EFA8}"/>
          </ac:spMkLst>
        </pc:spChg>
        <pc:spChg chg="add mod">
          <ac:chgData name="Vardaan Kulshreshtha" userId="6db5a29ce8bfebfb" providerId="LiveId" clId="{11C91A3B-277C-4A78-8DBB-6A5A1673F7BA}" dt="2026-03-31T08:22:01.964" v="488" actId="2711"/>
          <ac:spMkLst>
            <pc:docMk/>
            <pc:sldMk cId="1631142157" sldId="258"/>
            <ac:spMk id="18" creationId="{2E052045-EFD0-767A-F3C6-BAD7D283324D}"/>
          </ac:spMkLst>
        </pc:spChg>
        <pc:spChg chg="add del mod">
          <ac:chgData name="Vardaan Kulshreshtha" userId="6db5a29ce8bfebfb" providerId="LiveId" clId="{11C91A3B-277C-4A78-8DBB-6A5A1673F7BA}" dt="2026-03-31T08:19:12.971" v="431" actId="478"/>
          <ac:spMkLst>
            <pc:docMk/>
            <pc:sldMk cId="1631142157" sldId="258"/>
            <ac:spMk id="19" creationId="{4602FB09-2790-0268-E959-992785392976}"/>
          </ac:spMkLst>
        </pc:spChg>
        <pc:picChg chg="mod">
          <ac:chgData name="Vardaan Kulshreshtha" userId="6db5a29ce8bfebfb" providerId="LiveId" clId="{11C91A3B-277C-4A78-8DBB-6A5A1673F7BA}" dt="2026-03-31T08:08:25.743" v="225" actId="1076"/>
          <ac:picMkLst>
            <pc:docMk/>
            <pc:sldMk cId="1631142157" sldId="258"/>
            <ac:picMk id="7" creationId="{7A676AB0-6DEE-9BA1-307C-EEE633CECECA}"/>
          </ac:picMkLst>
        </pc:picChg>
        <pc:picChg chg="mod">
          <ac:chgData name="Vardaan Kulshreshtha" userId="6db5a29ce8bfebfb" providerId="LiveId" clId="{11C91A3B-277C-4A78-8DBB-6A5A1673F7BA}" dt="2026-03-31T08:09:27.922" v="230" actId="1076"/>
          <ac:picMkLst>
            <pc:docMk/>
            <pc:sldMk cId="1631142157" sldId="258"/>
            <ac:picMk id="8" creationId="{18F42FAB-592A-D127-F257-8E5753F58302}"/>
          </ac:picMkLst>
        </pc:picChg>
        <pc:picChg chg="add mod">
          <ac:chgData name="Vardaan Kulshreshtha" userId="6db5a29ce8bfebfb" providerId="LiveId" clId="{11C91A3B-277C-4A78-8DBB-6A5A1673F7BA}" dt="2026-03-31T13:11:13.493" v="1215"/>
          <ac:picMkLst>
            <pc:docMk/>
            <pc:sldMk cId="1631142157" sldId="258"/>
            <ac:picMk id="9" creationId="{1B110144-8F48-8EF3-FBB1-F352E8782C00}"/>
          </ac:picMkLst>
        </pc:picChg>
        <pc:picChg chg="add mod">
          <ac:chgData name="Vardaan Kulshreshtha" userId="6db5a29ce8bfebfb" providerId="LiveId" clId="{11C91A3B-277C-4A78-8DBB-6A5A1673F7BA}" dt="2026-03-31T13:11:08.870" v="1214"/>
          <ac:picMkLst>
            <pc:docMk/>
            <pc:sldMk cId="1631142157" sldId="258"/>
            <ac:picMk id="11" creationId="{1783F6C5-3F0F-A3AD-44D8-351B996CD3FC}"/>
          </ac:picMkLst>
        </pc:picChg>
        <pc:cxnChg chg="add mod ord">
          <ac:chgData name="Vardaan Kulshreshtha" userId="6db5a29ce8bfebfb" providerId="LiveId" clId="{11C91A3B-277C-4A78-8DBB-6A5A1673F7BA}" dt="2026-03-31T08:16:11.340" v="315" actId="171"/>
          <ac:cxnSpMkLst>
            <pc:docMk/>
            <pc:sldMk cId="1631142157" sldId="258"/>
            <ac:cxnSpMk id="12" creationId="{E103F35B-16A9-068E-3959-2E95A729AFF5}"/>
          </ac:cxnSpMkLst>
        </pc:cxnChg>
      </pc:sldChg>
      <pc:sldChg chg="delSp modSp add mod setBg">
        <pc:chgData name="Vardaan Kulshreshtha" userId="6db5a29ce8bfebfb" providerId="LiveId" clId="{11C91A3B-277C-4A78-8DBB-6A5A1673F7BA}" dt="2026-03-31T13:11:25.231" v="1217"/>
        <pc:sldMkLst>
          <pc:docMk/>
          <pc:sldMk cId="1772831397" sldId="259"/>
        </pc:sldMkLst>
        <pc:spChg chg="mod">
          <ac:chgData name="Vardaan Kulshreshtha" userId="6db5a29ce8bfebfb" providerId="LiveId" clId="{11C91A3B-277C-4A78-8DBB-6A5A1673F7BA}" dt="2026-03-31T08:22:42.090" v="492" actId="2711"/>
          <ac:spMkLst>
            <pc:docMk/>
            <pc:sldMk cId="1772831397" sldId="259"/>
            <ac:spMk id="17" creationId="{DF0E2847-C60B-B8E7-9BAD-6E75DDE25E6A}"/>
          </ac:spMkLst>
        </pc:spChg>
        <pc:spChg chg="mod">
          <ac:chgData name="Vardaan Kulshreshtha" userId="6db5a29ce8bfebfb" providerId="LiveId" clId="{11C91A3B-277C-4A78-8DBB-6A5A1673F7BA}" dt="2026-03-31T08:21:56.696" v="487" actId="2711"/>
          <ac:spMkLst>
            <pc:docMk/>
            <pc:sldMk cId="1772831397" sldId="259"/>
            <ac:spMk id="18" creationId="{2E4CCD36-5073-1637-CFD7-83A62ECAE7B0}"/>
          </ac:spMkLst>
        </pc:spChg>
        <pc:picChg chg="mod">
          <ac:chgData name="Vardaan Kulshreshtha" userId="6db5a29ce8bfebfb" providerId="LiveId" clId="{11C91A3B-277C-4A78-8DBB-6A5A1673F7BA}" dt="2026-03-31T08:20:17.242" v="445" actId="1076"/>
          <ac:picMkLst>
            <pc:docMk/>
            <pc:sldMk cId="1772831397" sldId="259"/>
            <ac:picMk id="6" creationId="{9DAF162B-4C23-1B9A-85FD-81E11E13B96D}"/>
          </ac:picMkLst>
        </pc:picChg>
        <pc:picChg chg="del">
          <ac:chgData name="Vardaan Kulshreshtha" userId="6db5a29ce8bfebfb" providerId="LiveId" clId="{11C91A3B-277C-4A78-8DBB-6A5A1673F7BA}" dt="2026-03-31T08:20:05.272" v="442" actId="478"/>
          <ac:picMkLst>
            <pc:docMk/>
            <pc:sldMk cId="1772831397" sldId="259"/>
            <ac:picMk id="8" creationId="{35E9CD74-2464-3BC6-FD30-E141C162679C}"/>
          </ac:picMkLst>
        </pc:picChg>
        <pc:picChg chg="mod">
          <ac:chgData name="Vardaan Kulshreshtha" userId="6db5a29ce8bfebfb" providerId="LiveId" clId="{11C91A3B-277C-4A78-8DBB-6A5A1673F7BA}" dt="2026-03-31T13:11:25.231" v="1217"/>
          <ac:picMkLst>
            <pc:docMk/>
            <pc:sldMk cId="1772831397" sldId="259"/>
            <ac:picMk id="9" creationId="{33CB37E4-80EB-970B-17F0-733196B79BEF}"/>
          </ac:picMkLst>
        </pc:picChg>
        <pc:picChg chg="mod">
          <ac:chgData name="Vardaan Kulshreshtha" userId="6db5a29ce8bfebfb" providerId="LiveId" clId="{11C91A3B-277C-4A78-8DBB-6A5A1673F7BA}" dt="2026-03-31T13:11:20.517" v="1216"/>
          <ac:picMkLst>
            <pc:docMk/>
            <pc:sldMk cId="1772831397" sldId="259"/>
            <ac:picMk id="11" creationId="{B4754E62-770B-88EE-8389-EFB38E5BBACB}"/>
          </ac:picMkLst>
        </pc:picChg>
        <pc:cxnChg chg="mod">
          <ac:chgData name="Vardaan Kulshreshtha" userId="6db5a29ce8bfebfb" providerId="LiveId" clId="{11C91A3B-277C-4A78-8DBB-6A5A1673F7BA}" dt="2026-03-31T08:21:07.074" v="482" actId="1035"/>
          <ac:cxnSpMkLst>
            <pc:docMk/>
            <pc:sldMk cId="1772831397" sldId="259"/>
            <ac:cxnSpMk id="12" creationId="{009DC826-B927-904B-FF7B-C448F7AE7041}"/>
          </ac:cxnSpMkLst>
        </pc:cxnChg>
      </pc:sldChg>
      <pc:sldChg chg="delSp modSp add mod setBg">
        <pc:chgData name="Vardaan Kulshreshtha" userId="6db5a29ce8bfebfb" providerId="LiveId" clId="{11C91A3B-277C-4A78-8DBB-6A5A1673F7BA}" dt="2026-03-31T13:11:48.957" v="1221"/>
        <pc:sldMkLst>
          <pc:docMk/>
          <pc:sldMk cId="3254524811" sldId="260"/>
        </pc:sldMkLst>
        <pc:spChg chg="mod">
          <ac:chgData name="Vardaan Kulshreshtha" userId="6db5a29ce8bfebfb" providerId="LiveId" clId="{11C91A3B-277C-4A78-8DBB-6A5A1673F7BA}" dt="2026-03-31T08:24:06.802" v="538" actId="20577"/>
          <ac:spMkLst>
            <pc:docMk/>
            <pc:sldMk cId="3254524811" sldId="260"/>
            <ac:spMk id="17" creationId="{2C6EC7AC-44CD-213E-222B-1CF4B10A01C4}"/>
          </ac:spMkLst>
        </pc:spChg>
        <pc:spChg chg="mod">
          <ac:chgData name="Vardaan Kulshreshtha" userId="6db5a29ce8bfebfb" providerId="LiveId" clId="{11C91A3B-277C-4A78-8DBB-6A5A1673F7BA}" dt="2026-03-31T08:25:09.032" v="543" actId="20577"/>
          <ac:spMkLst>
            <pc:docMk/>
            <pc:sldMk cId="3254524811" sldId="260"/>
            <ac:spMk id="18" creationId="{2499B3DC-84F9-DF64-4AB0-FD575B78FA14}"/>
          </ac:spMkLst>
        </pc:spChg>
        <pc:picChg chg="del">
          <ac:chgData name="Vardaan Kulshreshtha" userId="6db5a29ce8bfebfb" providerId="LiveId" clId="{11C91A3B-277C-4A78-8DBB-6A5A1673F7BA}" dt="2026-03-31T08:22:54.080" v="495" actId="478"/>
          <ac:picMkLst>
            <pc:docMk/>
            <pc:sldMk cId="3254524811" sldId="260"/>
            <ac:picMk id="6" creationId="{1ED72B6A-F25B-DCB0-3AAD-0D47FEDACE46}"/>
          </ac:picMkLst>
        </pc:picChg>
        <pc:picChg chg="mod">
          <ac:chgData name="Vardaan Kulshreshtha" userId="6db5a29ce8bfebfb" providerId="LiveId" clId="{11C91A3B-277C-4A78-8DBB-6A5A1673F7BA}" dt="2026-03-31T13:11:48.957" v="1221"/>
          <ac:picMkLst>
            <pc:docMk/>
            <pc:sldMk cId="3254524811" sldId="260"/>
            <ac:picMk id="9" creationId="{91C8481C-D257-F270-8CC9-8AE84044F28B}"/>
          </ac:picMkLst>
        </pc:picChg>
        <pc:picChg chg="mod">
          <ac:chgData name="Vardaan Kulshreshtha" userId="6db5a29ce8bfebfb" providerId="LiveId" clId="{11C91A3B-277C-4A78-8DBB-6A5A1673F7BA}" dt="2026-03-31T13:11:44.661" v="1220"/>
          <ac:picMkLst>
            <pc:docMk/>
            <pc:sldMk cId="3254524811" sldId="260"/>
            <ac:picMk id="11" creationId="{0A1F2D91-B327-448C-D593-2CD2651FFD3D}"/>
          </ac:picMkLst>
        </pc:picChg>
        <pc:picChg chg="mod">
          <ac:chgData name="Vardaan Kulshreshtha" userId="6db5a29ce8bfebfb" providerId="LiveId" clId="{11C91A3B-277C-4A78-8DBB-6A5A1673F7BA}" dt="2026-03-31T08:23:30.822" v="528" actId="208"/>
          <ac:picMkLst>
            <pc:docMk/>
            <pc:sldMk cId="3254524811" sldId="260"/>
            <ac:picMk id="13" creationId="{E57C0D16-93BD-7BD7-2796-6D34928E4D4E}"/>
          </ac:picMkLst>
        </pc:picChg>
        <pc:cxnChg chg="mod">
          <ac:chgData name="Vardaan Kulshreshtha" userId="6db5a29ce8bfebfb" providerId="LiveId" clId="{11C91A3B-277C-4A78-8DBB-6A5A1673F7BA}" dt="2026-03-31T08:23:24.702" v="526" actId="208"/>
          <ac:cxnSpMkLst>
            <pc:docMk/>
            <pc:sldMk cId="3254524811" sldId="260"/>
            <ac:cxnSpMk id="12" creationId="{699637A4-D5B8-76DB-3DCB-7C74805F918C}"/>
          </ac:cxnSpMkLst>
        </pc:cxnChg>
      </pc:sldChg>
      <pc:sldChg chg="delSp modSp add mod setBg">
        <pc:chgData name="Vardaan Kulshreshtha" userId="6db5a29ce8bfebfb" providerId="LiveId" clId="{11C91A3B-277C-4A78-8DBB-6A5A1673F7BA}" dt="2026-03-31T13:11:37.523" v="1219"/>
        <pc:sldMkLst>
          <pc:docMk/>
          <pc:sldMk cId="2321460795" sldId="261"/>
        </pc:sldMkLst>
        <pc:spChg chg="mod">
          <ac:chgData name="Vardaan Kulshreshtha" userId="6db5a29ce8bfebfb" providerId="LiveId" clId="{11C91A3B-277C-4A78-8DBB-6A5A1673F7BA}" dt="2026-03-31T08:27:10.156" v="592" actId="207"/>
          <ac:spMkLst>
            <pc:docMk/>
            <pc:sldMk cId="2321460795" sldId="261"/>
            <ac:spMk id="17" creationId="{C3F52625-E224-99FF-AF6D-D2FF1085B70B}"/>
          </ac:spMkLst>
        </pc:spChg>
        <pc:spChg chg="mod">
          <ac:chgData name="Vardaan Kulshreshtha" userId="6db5a29ce8bfebfb" providerId="LiveId" clId="{11C91A3B-277C-4A78-8DBB-6A5A1673F7BA}" dt="2026-03-31T08:27:52.002" v="598" actId="20577"/>
          <ac:spMkLst>
            <pc:docMk/>
            <pc:sldMk cId="2321460795" sldId="261"/>
            <ac:spMk id="18" creationId="{CC8032D6-A410-BF85-B3E2-027729F24F23}"/>
          </ac:spMkLst>
        </pc:spChg>
        <pc:picChg chg="del">
          <ac:chgData name="Vardaan Kulshreshtha" userId="6db5a29ce8bfebfb" providerId="LiveId" clId="{11C91A3B-277C-4A78-8DBB-6A5A1673F7BA}" dt="2026-03-31T08:25:23.549" v="546" actId="478"/>
          <ac:picMkLst>
            <pc:docMk/>
            <pc:sldMk cId="2321460795" sldId="261"/>
            <ac:picMk id="6" creationId="{EEA71753-4416-C23F-C743-FD036D4DA512}"/>
          </ac:picMkLst>
        </pc:picChg>
        <pc:picChg chg="mod">
          <ac:chgData name="Vardaan Kulshreshtha" userId="6db5a29ce8bfebfb" providerId="LiveId" clId="{11C91A3B-277C-4A78-8DBB-6A5A1673F7BA}" dt="2026-03-31T13:11:37.523" v="1219"/>
          <ac:picMkLst>
            <pc:docMk/>
            <pc:sldMk cId="2321460795" sldId="261"/>
            <ac:picMk id="9" creationId="{733AE001-BD86-7426-FF4C-46D0D7E6FDE8}"/>
          </ac:picMkLst>
        </pc:picChg>
        <pc:picChg chg="mod">
          <ac:chgData name="Vardaan Kulshreshtha" userId="6db5a29ce8bfebfb" providerId="LiveId" clId="{11C91A3B-277C-4A78-8DBB-6A5A1673F7BA}" dt="2026-03-31T08:25:33.852" v="549" actId="1076"/>
          <ac:picMkLst>
            <pc:docMk/>
            <pc:sldMk cId="2321460795" sldId="261"/>
            <ac:picMk id="10" creationId="{D669341A-C44E-A46A-CCD6-B0BD27519717}"/>
          </ac:picMkLst>
        </pc:picChg>
        <pc:picChg chg="mod">
          <ac:chgData name="Vardaan Kulshreshtha" userId="6db5a29ce8bfebfb" providerId="LiveId" clId="{11C91A3B-277C-4A78-8DBB-6A5A1673F7BA}" dt="2026-03-31T13:11:33.567" v="1218"/>
          <ac:picMkLst>
            <pc:docMk/>
            <pc:sldMk cId="2321460795" sldId="261"/>
            <ac:picMk id="11" creationId="{2929349C-6EFF-09E6-1CB7-06F19853DC2E}"/>
          </ac:picMkLst>
        </pc:picChg>
        <pc:cxnChg chg="mod">
          <ac:chgData name="Vardaan Kulshreshtha" userId="6db5a29ce8bfebfb" providerId="LiveId" clId="{11C91A3B-277C-4A78-8DBB-6A5A1673F7BA}" dt="2026-03-31T08:26:18.254" v="560" actId="208"/>
          <ac:cxnSpMkLst>
            <pc:docMk/>
            <pc:sldMk cId="2321460795" sldId="261"/>
            <ac:cxnSpMk id="12" creationId="{D876A3EF-893E-D80D-EEB0-D4CF74DB060E}"/>
          </ac:cxnSpMkLst>
        </pc:cxnChg>
      </pc:sldChg>
      <pc:sldChg chg="addSp delSp modSp add mod setBg">
        <pc:chgData name="Vardaan Kulshreshtha" userId="6db5a29ce8bfebfb" providerId="LiveId" clId="{11C91A3B-277C-4A78-8DBB-6A5A1673F7BA}" dt="2026-03-31T13:12:06.019" v="1223"/>
        <pc:sldMkLst>
          <pc:docMk/>
          <pc:sldMk cId="3614430962" sldId="262"/>
        </pc:sldMkLst>
        <pc:spChg chg="add mod">
          <ac:chgData name="Vardaan Kulshreshtha" userId="6db5a29ce8bfebfb" providerId="LiveId" clId="{11C91A3B-277C-4A78-8DBB-6A5A1673F7BA}" dt="2026-03-31T12:35:06.247" v="702" actId="1076"/>
          <ac:spMkLst>
            <pc:docMk/>
            <pc:sldMk cId="3614430962" sldId="262"/>
            <ac:spMk id="6" creationId="{738B170C-9B3F-4E7A-C683-841326B1FC67}"/>
          </ac:spMkLst>
        </pc:spChg>
        <pc:spChg chg="add mod">
          <ac:chgData name="Vardaan Kulshreshtha" userId="6db5a29ce8bfebfb" providerId="LiveId" clId="{11C91A3B-277C-4A78-8DBB-6A5A1673F7BA}" dt="2026-03-31T08:31:53.396" v="628" actId="1076"/>
          <ac:spMkLst>
            <pc:docMk/>
            <pc:sldMk cId="3614430962" sldId="262"/>
            <ac:spMk id="8" creationId="{6BC0330B-CD1E-D3B7-2450-7F8EDF5E962E}"/>
          </ac:spMkLst>
        </pc:spChg>
        <pc:spChg chg="add mod">
          <ac:chgData name="Vardaan Kulshreshtha" userId="6db5a29ce8bfebfb" providerId="LiveId" clId="{11C91A3B-277C-4A78-8DBB-6A5A1673F7BA}" dt="2026-03-31T12:30:59.443" v="663" actId="1076"/>
          <ac:spMkLst>
            <pc:docMk/>
            <pc:sldMk cId="3614430962" sldId="262"/>
            <ac:spMk id="13" creationId="{31DD5291-CEEF-9F2D-1215-124E4A1D3B3C}"/>
          </ac:spMkLst>
        </pc:spChg>
        <pc:spChg chg="add del mod">
          <ac:chgData name="Vardaan Kulshreshtha" userId="6db5a29ce8bfebfb" providerId="LiveId" clId="{11C91A3B-277C-4A78-8DBB-6A5A1673F7BA}" dt="2026-03-31T12:34:03.984" v="679" actId="478"/>
          <ac:spMkLst>
            <pc:docMk/>
            <pc:sldMk cId="3614430962" sldId="262"/>
            <ac:spMk id="15" creationId="{9C2DA5C6-42B1-52D0-1255-247BFB18E361}"/>
          </ac:spMkLst>
        </pc:spChg>
        <pc:spChg chg="add mod">
          <ac:chgData name="Vardaan Kulshreshtha" userId="6db5a29ce8bfebfb" providerId="LiveId" clId="{11C91A3B-277C-4A78-8DBB-6A5A1673F7BA}" dt="2026-03-31T12:34:36.819" v="690" actId="688"/>
          <ac:spMkLst>
            <pc:docMk/>
            <pc:sldMk cId="3614430962" sldId="262"/>
            <ac:spMk id="17" creationId="{24EBE2A4-C17D-2437-5368-DA3881BF9490}"/>
          </ac:spMkLst>
        </pc:spChg>
        <pc:spChg chg="del">
          <ac:chgData name="Vardaan Kulshreshtha" userId="6db5a29ce8bfebfb" providerId="LiveId" clId="{11C91A3B-277C-4A78-8DBB-6A5A1673F7BA}" dt="2026-03-31T08:30:08.556" v="600" actId="478"/>
          <ac:spMkLst>
            <pc:docMk/>
            <pc:sldMk cId="3614430962" sldId="262"/>
            <ac:spMk id="17" creationId="{A56C8636-22DC-E6EA-4FAE-05C5B6242709}"/>
          </ac:spMkLst>
        </pc:spChg>
        <pc:spChg chg="mod">
          <ac:chgData name="Vardaan Kulshreshtha" userId="6db5a29ce8bfebfb" providerId="LiveId" clId="{11C91A3B-277C-4A78-8DBB-6A5A1673F7BA}" dt="2026-03-31T12:33:22.055" v="666" actId="207"/>
          <ac:spMkLst>
            <pc:docMk/>
            <pc:sldMk cId="3614430962" sldId="262"/>
            <ac:spMk id="18" creationId="{43A4C1A7-D8A4-0E40-E265-0E1E63C30E86}"/>
          </ac:spMkLst>
        </pc:spChg>
        <pc:spChg chg="add mod">
          <ac:chgData name="Vardaan Kulshreshtha" userId="6db5a29ce8bfebfb" providerId="LiveId" clId="{11C91A3B-277C-4A78-8DBB-6A5A1673F7BA}" dt="2026-03-31T12:35:46.825" v="704"/>
          <ac:spMkLst>
            <pc:docMk/>
            <pc:sldMk cId="3614430962" sldId="262"/>
            <ac:spMk id="20" creationId="{FFE6EE51-6632-7DC3-4EA2-1DFA0BF87639}"/>
          </ac:spMkLst>
        </pc:spChg>
        <pc:picChg chg="mod">
          <ac:chgData name="Vardaan Kulshreshtha" userId="6db5a29ce8bfebfb" providerId="LiveId" clId="{11C91A3B-277C-4A78-8DBB-6A5A1673F7BA}" dt="2026-03-31T13:12:06.019" v="1223"/>
          <ac:picMkLst>
            <pc:docMk/>
            <pc:sldMk cId="3614430962" sldId="262"/>
            <ac:picMk id="9" creationId="{7E2C1991-C336-EB32-3B21-21E20EF70013}"/>
          </ac:picMkLst>
        </pc:picChg>
        <pc:picChg chg="mod">
          <ac:chgData name="Vardaan Kulshreshtha" userId="6db5a29ce8bfebfb" providerId="LiveId" clId="{11C91A3B-277C-4A78-8DBB-6A5A1673F7BA}" dt="2026-03-31T13:12:01.720" v="1222"/>
          <ac:picMkLst>
            <pc:docMk/>
            <pc:sldMk cId="3614430962" sldId="262"/>
            <ac:picMk id="11" creationId="{F7D08998-E711-249C-DC48-AB574D257032}"/>
          </ac:picMkLst>
        </pc:picChg>
        <pc:picChg chg="del">
          <ac:chgData name="Vardaan Kulshreshtha" userId="6db5a29ce8bfebfb" providerId="LiveId" clId="{11C91A3B-277C-4A78-8DBB-6A5A1673F7BA}" dt="2026-03-31T08:30:10.592" v="601" actId="478"/>
          <ac:picMkLst>
            <pc:docMk/>
            <pc:sldMk cId="3614430962" sldId="262"/>
            <ac:picMk id="13" creationId="{FB90487F-5AB9-E92A-BB88-CC0D2FC470FC}"/>
          </ac:picMkLst>
        </pc:picChg>
        <pc:cxnChg chg="del">
          <ac:chgData name="Vardaan Kulshreshtha" userId="6db5a29ce8bfebfb" providerId="LiveId" clId="{11C91A3B-277C-4A78-8DBB-6A5A1673F7BA}" dt="2026-03-31T08:30:12.282" v="602" actId="478"/>
          <ac:cxnSpMkLst>
            <pc:docMk/>
            <pc:sldMk cId="3614430962" sldId="262"/>
            <ac:cxnSpMk id="12" creationId="{76089882-07A6-44F1-3F3E-A1625B8952F6}"/>
          </ac:cxnSpMkLst>
        </pc:cxnChg>
      </pc:sldChg>
      <pc:sldChg chg="addSp delSp modSp add mod ord setBg delAnim modAnim">
        <pc:chgData name="Vardaan Kulshreshtha" userId="6db5a29ce8bfebfb" providerId="LiveId" clId="{11C91A3B-277C-4A78-8DBB-6A5A1673F7BA}" dt="2026-03-31T13:12:32.908" v="1227"/>
        <pc:sldMkLst>
          <pc:docMk/>
          <pc:sldMk cId="353436099" sldId="263"/>
        </pc:sldMkLst>
        <pc:spChg chg="mod">
          <ac:chgData name="Vardaan Kulshreshtha" userId="6db5a29ce8bfebfb" providerId="LiveId" clId="{11C91A3B-277C-4A78-8DBB-6A5A1673F7BA}" dt="2026-03-31T12:47:40.064" v="858" actId="207"/>
          <ac:spMkLst>
            <pc:docMk/>
            <pc:sldMk cId="353436099" sldId="263"/>
            <ac:spMk id="6" creationId="{5E5DE715-10C2-0C1B-D3C8-CF3375A16174}"/>
          </ac:spMkLst>
        </pc:spChg>
        <pc:spChg chg="mod">
          <ac:chgData name="Vardaan Kulshreshtha" userId="6db5a29ce8bfebfb" providerId="LiveId" clId="{11C91A3B-277C-4A78-8DBB-6A5A1673F7BA}" dt="2026-03-31T12:39:14.389" v="750" actId="20577"/>
          <ac:spMkLst>
            <pc:docMk/>
            <pc:sldMk cId="353436099" sldId="263"/>
            <ac:spMk id="8" creationId="{2E2A7CB1-AD60-741D-34A8-B57E2352ACB0}"/>
          </ac:spMkLst>
        </pc:spChg>
        <pc:spChg chg="add del mod">
          <ac:chgData name="Vardaan Kulshreshtha" userId="6db5a29ce8bfebfb" providerId="LiveId" clId="{11C91A3B-277C-4A78-8DBB-6A5A1673F7BA}" dt="2026-03-31T12:43:22.691" v="842"/>
          <ac:spMkLst>
            <pc:docMk/>
            <pc:sldMk cId="353436099" sldId="263"/>
            <ac:spMk id="13" creationId="{EB37A86C-B331-40F9-D7E6-67981BA54756}"/>
          </ac:spMkLst>
        </pc:spChg>
        <pc:spChg chg="add del">
          <ac:chgData name="Vardaan Kulshreshtha" userId="6db5a29ce8bfebfb" providerId="LiveId" clId="{11C91A3B-277C-4A78-8DBB-6A5A1673F7BA}" dt="2026-03-31T12:37:52.066" v="733" actId="478"/>
          <ac:spMkLst>
            <pc:docMk/>
            <pc:sldMk cId="353436099" sldId="263"/>
            <ac:spMk id="14" creationId="{F53CB4DB-1017-3950-6B61-265F0A073C1F}"/>
          </ac:spMkLst>
        </pc:spChg>
        <pc:spChg chg="add del mod">
          <ac:chgData name="Vardaan Kulshreshtha" userId="6db5a29ce8bfebfb" providerId="LiveId" clId="{11C91A3B-277C-4A78-8DBB-6A5A1673F7BA}" dt="2026-03-31T12:43:16.106" v="837" actId="478"/>
          <ac:spMkLst>
            <pc:docMk/>
            <pc:sldMk cId="353436099" sldId="263"/>
            <ac:spMk id="16" creationId="{77A98C59-2765-107B-4FEC-455DF252CDF6}"/>
          </ac:spMkLst>
        </pc:spChg>
        <pc:spChg chg="mod">
          <ac:chgData name="Vardaan Kulshreshtha" userId="6db5a29ce8bfebfb" providerId="LiveId" clId="{11C91A3B-277C-4A78-8DBB-6A5A1673F7BA}" dt="2026-03-31T12:43:51.115" v="843"/>
          <ac:spMkLst>
            <pc:docMk/>
            <pc:sldMk cId="353436099" sldId="263"/>
            <ac:spMk id="17" creationId="{196CE928-A4B3-E25A-BBC0-C4742337F1BA}"/>
          </ac:spMkLst>
        </pc:spChg>
        <pc:spChg chg="mod">
          <ac:chgData name="Vardaan Kulshreshtha" userId="6db5a29ce8bfebfb" providerId="LiveId" clId="{11C91A3B-277C-4A78-8DBB-6A5A1673F7BA}" dt="2026-03-31T12:47:40.064" v="858" actId="207"/>
          <ac:spMkLst>
            <pc:docMk/>
            <pc:sldMk cId="353436099" sldId="263"/>
            <ac:spMk id="18" creationId="{35CD1C0B-E8EA-C63E-832F-FF0F4D99D766}"/>
          </ac:spMkLst>
        </pc:spChg>
        <pc:spChg chg="mod">
          <ac:chgData name="Vardaan Kulshreshtha" userId="6db5a29ce8bfebfb" providerId="LiveId" clId="{11C91A3B-277C-4A78-8DBB-6A5A1673F7BA}" dt="2026-03-31T12:44:04.402" v="844"/>
          <ac:spMkLst>
            <pc:docMk/>
            <pc:sldMk cId="353436099" sldId="263"/>
            <ac:spMk id="20" creationId="{3F224DE9-A973-147C-55F0-A2AD6F9B0F31}"/>
          </ac:spMkLst>
        </pc:spChg>
        <pc:spChg chg="add del">
          <ac:chgData name="Vardaan Kulshreshtha" userId="6db5a29ce8bfebfb" providerId="LiveId" clId="{11C91A3B-277C-4A78-8DBB-6A5A1673F7BA}" dt="2026-03-31T12:43:19.936" v="840" actId="22"/>
          <ac:spMkLst>
            <pc:docMk/>
            <pc:sldMk cId="353436099" sldId="263"/>
            <ac:spMk id="21" creationId="{FA40CB80-5561-26CD-8BBB-776647A20068}"/>
          </ac:spMkLst>
        </pc:spChg>
        <pc:picChg chg="mod">
          <ac:chgData name="Vardaan Kulshreshtha" userId="6db5a29ce8bfebfb" providerId="LiveId" clId="{11C91A3B-277C-4A78-8DBB-6A5A1673F7BA}" dt="2026-03-31T13:12:32.908" v="1227"/>
          <ac:picMkLst>
            <pc:docMk/>
            <pc:sldMk cId="353436099" sldId="263"/>
            <ac:picMk id="9" creationId="{31F1E452-A880-1FC4-294F-A04EA68E36E8}"/>
          </ac:picMkLst>
        </pc:picChg>
        <pc:picChg chg="mod">
          <ac:chgData name="Vardaan Kulshreshtha" userId="6db5a29ce8bfebfb" providerId="LiveId" clId="{11C91A3B-277C-4A78-8DBB-6A5A1673F7BA}" dt="2026-03-31T13:12:27.513" v="1226"/>
          <ac:picMkLst>
            <pc:docMk/>
            <pc:sldMk cId="353436099" sldId="263"/>
            <ac:picMk id="11" creationId="{9E59E7FA-EEFE-D026-D66F-1771CA9D84FD}"/>
          </ac:picMkLst>
        </pc:picChg>
        <pc:picChg chg="add del mod">
          <ac:chgData name="Vardaan Kulshreshtha" userId="6db5a29ce8bfebfb" providerId="LiveId" clId="{11C91A3B-277C-4A78-8DBB-6A5A1673F7BA}" dt="2026-03-31T12:45:40.645" v="847" actId="21"/>
          <ac:picMkLst>
            <pc:docMk/>
            <pc:sldMk cId="353436099" sldId="263"/>
            <ac:picMk id="22" creationId="{EF95FDE3-AFE1-DC39-0DEA-AF0834EA9445}"/>
          </ac:picMkLst>
        </pc:picChg>
      </pc:sldChg>
      <pc:sldChg chg="add del modTransition">
        <pc:chgData name="Vardaan Kulshreshtha" userId="6db5a29ce8bfebfb" providerId="LiveId" clId="{11C91A3B-277C-4A78-8DBB-6A5A1673F7BA}" dt="2026-03-31T11:59:13.335" v="648" actId="47"/>
        <pc:sldMkLst>
          <pc:docMk/>
          <pc:sldMk cId="4218458189" sldId="263"/>
        </pc:sldMkLst>
      </pc:sldChg>
      <pc:sldChg chg="modSp add mod setBg">
        <pc:chgData name="Vardaan Kulshreshtha" userId="6db5a29ce8bfebfb" providerId="LiveId" clId="{11C91A3B-277C-4A78-8DBB-6A5A1673F7BA}" dt="2026-03-31T13:12:20.481" v="1225"/>
        <pc:sldMkLst>
          <pc:docMk/>
          <pc:sldMk cId="2356351277" sldId="264"/>
        </pc:sldMkLst>
        <pc:spChg chg="mod">
          <ac:chgData name="Vardaan Kulshreshtha" userId="6db5a29ce8bfebfb" providerId="LiveId" clId="{11C91A3B-277C-4A78-8DBB-6A5A1673F7BA}" dt="2026-03-31T12:47:00.200" v="855" actId="207"/>
          <ac:spMkLst>
            <pc:docMk/>
            <pc:sldMk cId="2356351277" sldId="264"/>
            <ac:spMk id="6" creationId="{F7041AEE-DC02-6C9F-58C9-03E8EA1BDF5F}"/>
          </ac:spMkLst>
        </pc:spChg>
        <pc:spChg chg="mod">
          <ac:chgData name="Vardaan Kulshreshtha" userId="6db5a29ce8bfebfb" providerId="LiveId" clId="{11C91A3B-277C-4A78-8DBB-6A5A1673F7BA}" dt="2026-03-31T12:39:03.791" v="738"/>
          <ac:spMkLst>
            <pc:docMk/>
            <pc:sldMk cId="2356351277" sldId="264"/>
            <ac:spMk id="13" creationId="{D284DF2D-8C16-8CF0-9F1A-775FCD766F72}"/>
          </ac:spMkLst>
        </pc:spChg>
        <pc:picChg chg="mod">
          <ac:chgData name="Vardaan Kulshreshtha" userId="6db5a29ce8bfebfb" providerId="LiveId" clId="{11C91A3B-277C-4A78-8DBB-6A5A1673F7BA}" dt="2026-03-31T13:12:20.481" v="1225"/>
          <ac:picMkLst>
            <pc:docMk/>
            <pc:sldMk cId="2356351277" sldId="264"/>
            <ac:picMk id="9" creationId="{59FE368D-82CA-D167-B3E5-77096A43D1EA}"/>
          </ac:picMkLst>
        </pc:picChg>
        <pc:picChg chg="mod">
          <ac:chgData name="Vardaan Kulshreshtha" userId="6db5a29ce8bfebfb" providerId="LiveId" clId="{11C91A3B-277C-4A78-8DBB-6A5A1673F7BA}" dt="2026-03-31T13:12:15.913" v="1224"/>
          <ac:picMkLst>
            <pc:docMk/>
            <pc:sldMk cId="2356351277" sldId="264"/>
            <ac:picMk id="11" creationId="{816A955F-52CF-351E-B50C-C3E7DFC42021}"/>
          </ac:picMkLst>
        </pc:picChg>
      </pc:sldChg>
      <pc:sldChg chg="addSp delSp modSp add mod">
        <pc:chgData name="Vardaan Kulshreshtha" userId="6db5a29ce8bfebfb" providerId="LiveId" clId="{11C91A3B-277C-4A78-8DBB-6A5A1673F7BA}" dt="2026-03-31T13:12:45.871" v="1229"/>
        <pc:sldMkLst>
          <pc:docMk/>
          <pc:sldMk cId="3443220225" sldId="265"/>
        </pc:sldMkLst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6" creationId="{CCA09833-E1C7-4EF2-4828-2E39E608F908}"/>
          </ac:spMkLst>
        </pc:spChg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8" creationId="{10AA15B3-A603-3A0E-E83E-487762DB3759}"/>
          </ac:spMkLst>
        </pc:spChg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13" creationId="{9A66EEB0-FFF1-3D64-47ED-119FE34B796F}"/>
          </ac:spMkLst>
        </pc:spChg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17" creationId="{B5D523CB-C5B0-01CC-4660-EE8E630DFA9D}"/>
          </ac:spMkLst>
        </pc:spChg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18" creationId="{1FD4C084-AFE6-20EF-ED92-55BD7C6BF535}"/>
          </ac:spMkLst>
        </pc:spChg>
        <pc:spChg chg="mod">
          <ac:chgData name="Vardaan Kulshreshtha" userId="6db5a29ce8bfebfb" providerId="LiveId" clId="{11C91A3B-277C-4A78-8DBB-6A5A1673F7BA}" dt="2026-03-31T12:52:54.742" v="951" actId="1038"/>
          <ac:spMkLst>
            <pc:docMk/>
            <pc:sldMk cId="3443220225" sldId="265"/>
            <ac:spMk id="20" creationId="{FF340918-45D5-BF5D-9067-942DEC838CDB}"/>
          </ac:spMkLst>
        </pc:spChg>
        <pc:graphicFrameChg chg="add del mod">
          <ac:chgData name="Vardaan Kulshreshtha" userId="6db5a29ce8bfebfb" providerId="LiveId" clId="{11C91A3B-277C-4A78-8DBB-6A5A1673F7BA}" dt="2026-03-31T12:57:16.718" v="1014" actId="478"/>
          <ac:graphicFrameMkLst>
            <pc:docMk/>
            <pc:sldMk cId="3443220225" sldId="265"/>
            <ac:graphicFrameMk id="15" creationId="{C96CC2E1-E9F3-AB87-8946-DC1F9B85D8BA}"/>
          </ac:graphicFrameMkLst>
        </pc:graphicFrameChg>
        <pc:graphicFrameChg chg="add mod modGraphic">
          <ac:chgData name="Vardaan Kulshreshtha" userId="6db5a29ce8bfebfb" providerId="LiveId" clId="{11C91A3B-277C-4A78-8DBB-6A5A1673F7BA}" dt="2026-03-31T13:09:09.535" v="1187" actId="12788"/>
          <ac:graphicFrameMkLst>
            <pc:docMk/>
            <pc:sldMk cId="3443220225" sldId="265"/>
            <ac:graphicFrameMk id="16" creationId="{049CE50A-876D-1EB7-A563-4766A69C20E1}"/>
          </ac:graphicFrameMkLst>
        </pc:graphicFrameChg>
        <pc:picChg chg="mod">
          <ac:chgData name="Vardaan Kulshreshtha" userId="6db5a29ce8bfebfb" providerId="LiveId" clId="{11C91A3B-277C-4A78-8DBB-6A5A1673F7BA}" dt="2026-03-31T13:12:45.871" v="1229"/>
          <ac:picMkLst>
            <pc:docMk/>
            <pc:sldMk cId="3443220225" sldId="265"/>
            <ac:picMk id="9" creationId="{D0DAD743-2C97-7A4A-E984-36A42AF04CE0}"/>
          </ac:picMkLst>
        </pc:picChg>
        <pc:picChg chg="mod">
          <ac:chgData name="Vardaan Kulshreshtha" userId="6db5a29ce8bfebfb" providerId="LiveId" clId="{11C91A3B-277C-4A78-8DBB-6A5A1673F7BA}" dt="2026-03-31T13:12:42.381" v="1228"/>
          <ac:picMkLst>
            <pc:docMk/>
            <pc:sldMk cId="3443220225" sldId="265"/>
            <ac:picMk id="11" creationId="{8B24CBA3-81D8-F41C-961B-D7B1FABA541F}"/>
          </ac:picMkLst>
        </pc:picChg>
      </pc:sldChg>
      <pc:sldChg chg="add del">
        <pc:chgData name="Vardaan Kulshreshtha" userId="6db5a29ce8bfebfb" providerId="LiveId" clId="{11C91A3B-277C-4A78-8DBB-6A5A1673F7BA}" dt="2026-03-31T13:15:10.623" v="1232" actId="47"/>
        <pc:sldMkLst>
          <pc:docMk/>
          <pc:sldMk cId="3124335452" sldId="266"/>
        </pc:sldMkLst>
      </pc:sldChg>
      <pc:sldChg chg="addSp delSp modSp add mod">
        <pc:chgData name="Vardaan Kulshreshtha" userId="6db5a29ce8bfebfb" providerId="LiveId" clId="{11C91A3B-277C-4A78-8DBB-6A5A1673F7BA}" dt="2026-03-31T13:30:49.904" v="1290" actId="404"/>
        <pc:sldMkLst>
          <pc:docMk/>
          <pc:sldMk cId="4162887779" sldId="267"/>
        </pc:sldMkLst>
        <pc:spChg chg="add mod">
          <ac:chgData name="Vardaan Kulshreshtha" userId="6db5a29ce8bfebfb" providerId="LiveId" clId="{11C91A3B-277C-4A78-8DBB-6A5A1673F7BA}" dt="2026-03-31T13:28:53.993" v="1264" actId="1076"/>
          <ac:spMkLst>
            <pc:docMk/>
            <pc:sldMk cId="4162887779" sldId="267"/>
            <ac:spMk id="12" creationId="{1F9276F2-5314-FA13-DDF2-B16F15B61744}"/>
          </ac:spMkLst>
        </pc:spChg>
        <pc:spChg chg="add mod">
          <ac:chgData name="Vardaan Kulshreshtha" userId="6db5a29ce8bfebfb" providerId="LiveId" clId="{11C91A3B-277C-4A78-8DBB-6A5A1673F7BA}" dt="2026-03-31T13:30:49.904" v="1290" actId="404"/>
          <ac:spMkLst>
            <pc:docMk/>
            <pc:sldMk cId="4162887779" sldId="267"/>
            <ac:spMk id="14" creationId="{127F18EB-D091-7FF5-2483-A66C525E4516}"/>
          </ac:spMkLst>
        </pc:spChg>
        <pc:spChg chg="mod">
          <ac:chgData name="Vardaan Kulshreshtha" userId="6db5a29ce8bfebfb" providerId="LiveId" clId="{11C91A3B-277C-4A78-8DBB-6A5A1673F7BA}" dt="2026-03-31T13:28:13.251" v="1235" actId="2711"/>
          <ac:spMkLst>
            <pc:docMk/>
            <pc:sldMk cId="4162887779" sldId="267"/>
            <ac:spMk id="18" creationId="{5C3230C1-51CC-AC06-027E-45F99C2F3A6A}"/>
          </ac:spMkLst>
        </pc:spChg>
        <pc:graphicFrameChg chg="del">
          <ac:chgData name="Vardaan Kulshreshtha" userId="6db5a29ce8bfebfb" providerId="LiveId" clId="{11C91A3B-277C-4A78-8DBB-6A5A1673F7BA}" dt="2026-03-31T13:15:12.690" v="1233" actId="478"/>
          <ac:graphicFrameMkLst>
            <pc:docMk/>
            <pc:sldMk cId="4162887779" sldId="267"/>
            <ac:graphicFrameMk id="16" creationId="{DF6574D8-66AD-F683-A53E-E0A675554886}"/>
          </ac:graphicFrameMkLst>
        </pc:graphicFrameChg>
      </pc:sldChg>
      <pc:sldChg chg="addSp delSp modSp add mod">
        <pc:chgData name="Vardaan Kulshreshtha" userId="6db5a29ce8bfebfb" providerId="LiveId" clId="{11C91A3B-277C-4A78-8DBB-6A5A1673F7BA}" dt="2026-03-31T13:41:34.142" v="1381" actId="1076"/>
        <pc:sldMkLst>
          <pc:docMk/>
          <pc:sldMk cId="84384897" sldId="268"/>
        </pc:sldMkLst>
        <pc:spChg chg="mod">
          <ac:chgData name="Vardaan Kulshreshtha" userId="6db5a29ce8bfebfb" providerId="LiveId" clId="{11C91A3B-277C-4A78-8DBB-6A5A1673F7BA}" dt="2026-03-31T13:37:17.178" v="1325" actId="1076"/>
          <ac:spMkLst>
            <pc:docMk/>
            <pc:sldMk cId="84384897" sldId="268"/>
            <ac:spMk id="12" creationId="{57B501E1-95AC-AF8A-3644-0FE8280FA4E7}"/>
          </ac:spMkLst>
        </pc:spChg>
        <pc:spChg chg="del mod">
          <ac:chgData name="Vardaan Kulshreshtha" userId="6db5a29ce8bfebfb" providerId="LiveId" clId="{11C91A3B-277C-4A78-8DBB-6A5A1673F7BA}" dt="2026-03-31T13:31:31.448" v="1301" actId="478"/>
          <ac:spMkLst>
            <pc:docMk/>
            <pc:sldMk cId="84384897" sldId="268"/>
            <ac:spMk id="14" creationId="{64053210-276B-841B-8C1F-CE29ECB15029}"/>
          </ac:spMkLst>
        </pc:spChg>
        <pc:spChg chg="add mod">
          <ac:chgData name="Vardaan Kulshreshtha" userId="6db5a29ce8bfebfb" providerId="LiveId" clId="{11C91A3B-277C-4A78-8DBB-6A5A1673F7BA}" dt="2026-03-31T13:41:34.142" v="1381" actId="1076"/>
          <ac:spMkLst>
            <pc:docMk/>
            <pc:sldMk cId="84384897" sldId="268"/>
            <ac:spMk id="40" creationId="{743C7FAA-9C12-F6D4-FD4D-88E9A7098FB6}"/>
          </ac:spMkLst>
        </pc:spChg>
        <pc:picChg chg="add mod">
          <ac:chgData name="Vardaan Kulshreshtha" userId="6db5a29ce8bfebfb" providerId="LiveId" clId="{11C91A3B-277C-4A78-8DBB-6A5A1673F7BA}" dt="2026-03-31T13:33:17.504" v="1305" actId="1076"/>
          <ac:picMkLst>
            <pc:docMk/>
            <pc:sldMk cId="84384897" sldId="268"/>
            <ac:picMk id="16" creationId="{EADD1E1A-6038-008D-4546-CD05B36C5814}"/>
          </ac:picMkLst>
        </pc:picChg>
        <pc:picChg chg="add mod">
          <ac:chgData name="Vardaan Kulshreshtha" userId="6db5a29ce8bfebfb" providerId="LiveId" clId="{11C91A3B-277C-4A78-8DBB-6A5A1673F7BA}" dt="2026-03-31T13:35:08.911" v="1310" actId="14100"/>
          <ac:picMkLst>
            <pc:docMk/>
            <pc:sldMk cId="84384897" sldId="268"/>
            <ac:picMk id="21" creationId="{0810EF6F-6B50-79C9-A872-2435881998CA}"/>
          </ac:picMkLst>
        </pc:picChg>
        <pc:picChg chg="add mod ord">
          <ac:chgData name="Vardaan Kulshreshtha" userId="6db5a29ce8bfebfb" providerId="LiveId" clId="{11C91A3B-277C-4A78-8DBB-6A5A1673F7BA}" dt="2026-03-31T13:40:17.002" v="1347" actId="166"/>
          <ac:picMkLst>
            <pc:docMk/>
            <pc:sldMk cId="84384897" sldId="268"/>
            <ac:picMk id="23" creationId="{831F9998-8A41-93C8-66E6-9BB655B4EFD4}"/>
          </ac:picMkLst>
        </pc:picChg>
        <pc:picChg chg="add mod">
          <ac:chgData name="Vardaan Kulshreshtha" userId="6db5a29ce8bfebfb" providerId="LiveId" clId="{11C91A3B-277C-4A78-8DBB-6A5A1673F7BA}" dt="2026-03-31T13:38:28.668" v="1332" actId="1076"/>
          <ac:picMkLst>
            <pc:docMk/>
            <pc:sldMk cId="84384897" sldId="268"/>
            <ac:picMk id="25" creationId="{D4A4872C-3AF6-C8A6-55C7-6BF83DE40E9F}"/>
          </ac:picMkLst>
        </pc:picChg>
        <pc:picChg chg="add mod">
          <ac:chgData name="Vardaan Kulshreshtha" userId="6db5a29ce8bfebfb" providerId="LiveId" clId="{11C91A3B-277C-4A78-8DBB-6A5A1673F7BA}" dt="2026-03-31T13:41:02.486" v="1350" actId="1076"/>
          <ac:picMkLst>
            <pc:docMk/>
            <pc:sldMk cId="84384897" sldId="268"/>
            <ac:picMk id="39" creationId="{D73B15D3-6156-161B-F90F-EA02AD4C04FD}"/>
          </ac:picMkLst>
        </pc:picChg>
        <pc:cxnChg chg="add mod">
          <ac:chgData name="Vardaan Kulshreshtha" userId="6db5a29ce8bfebfb" providerId="LiveId" clId="{11C91A3B-277C-4A78-8DBB-6A5A1673F7BA}" dt="2026-03-31T13:38:51.625" v="1335" actId="208"/>
          <ac:cxnSpMkLst>
            <pc:docMk/>
            <pc:sldMk cId="84384897" sldId="268"/>
            <ac:cxnSpMk id="27" creationId="{FD387821-9C44-A5C7-9222-667BD0BF9B5B}"/>
          </ac:cxnSpMkLst>
        </pc:cxnChg>
        <pc:cxnChg chg="add mod">
          <ac:chgData name="Vardaan Kulshreshtha" userId="6db5a29ce8bfebfb" providerId="LiveId" clId="{11C91A3B-277C-4A78-8DBB-6A5A1673F7BA}" dt="2026-03-31T13:39:50.826" v="1342" actId="208"/>
          <ac:cxnSpMkLst>
            <pc:docMk/>
            <pc:sldMk cId="84384897" sldId="268"/>
            <ac:cxnSpMk id="29" creationId="{577B0617-66AC-54AA-530F-C29B2FE3EC95}"/>
          </ac:cxnSpMkLst>
        </pc:cxnChg>
        <pc:cxnChg chg="add mod">
          <ac:chgData name="Vardaan Kulshreshtha" userId="6db5a29ce8bfebfb" providerId="LiveId" clId="{11C91A3B-277C-4A78-8DBB-6A5A1673F7BA}" dt="2026-03-31T13:40:11.126" v="1346" actId="14100"/>
          <ac:cxnSpMkLst>
            <pc:docMk/>
            <pc:sldMk cId="84384897" sldId="268"/>
            <ac:cxnSpMk id="31" creationId="{84B88224-7C19-AB6E-0A5E-766107DA84F2}"/>
          </ac:cxnSpMkLst>
        </pc:cxnChg>
      </pc:sldChg>
      <pc:sldChg chg="addSp delSp modSp add mod">
        <pc:chgData name="Vardaan Kulshreshtha" userId="6db5a29ce8bfebfb" providerId="LiveId" clId="{11C91A3B-277C-4A78-8DBB-6A5A1673F7BA}" dt="2026-03-31T13:44:12.330" v="1447" actId="1076"/>
        <pc:sldMkLst>
          <pc:docMk/>
          <pc:sldMk cId="2164785509" sldId="269"/>
        </pc:sldMkLst>
        <pc:spChg chg="mod">
          <ac:chgData name="Vardaan Kulshreshtha" userId="6db5a29ce8bfebfb" providerId="LiveId" clId="{11C91A3B-277C-4A78-8DBB-6A5A1673F7BA}" dt="2026-03-31T13:42:51.684" v="1409" actId="1076"/>
          <ac:spMkLst>
            <pc:docMk/>
            <pc:sldMk cId="2164785509" sldId="269"/>
            <ac:spMk id="12" creationId="{D34FED25-CADD-F2D8-0D39-5AE6A4565015}"/>
          </ac:spMkLst>
        </pc:spChg>
        <pc:spChg chg="add mod">
          <ac:chgData name="Vardaan Kulshreshtha" userId="6db5a29ce8bfebfb" providerId="LiveId" clId="{11C91A3B-277C-4A78-8DBB-6A5A1673F7BA}" dt="2026-03-31T13:43:27.296" v="1440" actId="14100"/>
          <ac:spMkLst>
            <pc:docMk/>
            <pc:sldMk cId="2164785509" sldId="269"/>
            <ac:spMk id="14" creationId="{1D55E477-F58F-D73A-CC18-A7D5EF79EA4F}"/>
          </ac:spMkLst>
        </pc:spChg>
        <pc:spChg chg="del">
          <ac:chgData name="Vardaan Kulshreshtha" userId="6db5a29ce8bfebfb" providerId="LiveId" clId="{11C91A3B-277C-4A78-8DBB-6A5A1673F7BA}" dt="2026-03-31T13:41:58.382" v="1387" actId="478"/>
          <ac:spMkLst>
            <pc:docMk/>
            <pc:sldMk cId="2164785509" sldId="269"/>
            <ac:spMk id="40" creationId="{86A0EFF0-7C45-5003-1741-D3971B6C730D}"/>
          </ac:spMkLst>
        </pc:spChg>
        <pc:picChg chg="mod">
          <ac:chgData name="Vardaan Kulshreshtha" userId="6db5a29ce8bfebfb" providerId="LiveId" clId="{11C91A3B-277C-4A78-8DBB-6A5A1673F7BA}" dt="2026-03-31T13:42:38.214" v="1396" actId="207"/>
          <ac:picMkLst>
            <pc:docMk/>
            <pc:sldMk cId="2164785509" sldId="269"/>
            <ac:picMk id="11" creationId="{76C43777-FB27-82E1-8AA4-2BC750DF760D}"/>
          </ac:picMkLst>
        </pc:picChg>
        <pc:picChg chg="add mod">
          <ac:chgData name="Vardaan Kulshreshtha" userId="6db5a29ce8bfebfb" providerId="LiveId" clId="{11C91A3B-277C-4A78-8DBB-6A5A1673F7BA}" dt="2026-03-31T13:44:12.330" v="1447" actId="1076"/>
          <ac:picMkLst>
            <pc:docMk/>
            <pc:sldMk cId="2164785509" sldId="269"/>
            <ac:picMk id="15" creationId="{4C55C275-259A-BA58-AF27-5AD80B7E89AF}"/>
          </ac:picMkLst>
        </pc:picChg>
        <pc:picChg chg="del">
          <ac:chgData name="Vardaan Kulshreshtha" userId="6db5a29ce8bfebfb" providerId="LiveId" clId="{11C91A3B-277C-4A78-8DBB-6A5A1673F7BA}" dt="2026-03-31T13:41:55.433" v="1384" actId="478"/>
          <ac:picMkLst>
            <pc:docMk/>
            <pc:sldMk cId="2164785509" sldId="269"/>
            <ac:picMk id="16" creationId="{696323D7-A3E6-2C8B-8BF3-1920C0B2E385}"/>
          </ac:picMkLst>
        </pc:picChg>
        <pc:picChg chg="del mod">
          <ac:chgData name="Vardaan Kulshreshtha" userId="6db5a29ce8bfebfb" providerId="LiveId" clId="{11C91A3B-277C-4A78-8DBB-6A5A1673F7BA}" dt="2026-03-31T13:42:00.542" v="1390" actId="478"/>
          <ac:picMkLst>
            <pc:docMk/>
            <pc:sldMk cId="2164785509" sldId="269"/>
            <ac:picMk id="21" creationId="{CABCC838-CF35-0D3E-8884-479ACC75EAD3}"/>
          </ac:picMkLst>
        </pc:picChg>
        <pc:picChg chg="del">
          <ac:chgData name="Vardaan Kulshreshtha" userId="6db5a29ce8bfebfb" providerId="LiveId" clId="{11C91A3B-277C-4A78-8DBB-6A5A1673F7BA}" dt="2026-03-31T13:41:59.778" v="1388" actId="478"/>
          <ac:picMkLst>
            <pc:docMk/>
            <pc:sldMk cId="2164785509" sldId="269"/>
            <ac:picMk id="23" creationId="{AB1E900A-C41C-5D22-D9D2-4F44FD2C4CA3}"/>
          </ac:picMkLst>
        </pc:picChg>
        <pc:picChg chg="del">
          <ac:chgData name="Vardaan Kulshreshtha" userId="6db5a29ce8bfebfb" providerId="LiveId" clId="{11C91A3B-277C-4A78-8DBB-6A5A1673F7BA}" dt="2026-03-31T13:41:54.274" v="1383" actId="478"/>
          <ac:picMkLst>
            <pc:docMk/>
            <pc:sldMk cId="2164785509" sldId="269"/>
            <ac:picMk id="25" creationId="{F9896AA0-E5F7-DF99-A24B-62804F3CAF54}"/>
          </ac:picMkLst>
        </pc:picChg>
        <pc:picChg chg="del mod">
          <ac:chgData name="Vardaan Kulshreshtha" userId="6db5a29ce8bfebfb" providerId="LiveId" clId="{11C91A3B-277C-4A78-8DBB-6A5A1673F7BA}" dt="2026-03-31T13:41:56.874" v="1386" actId="478"/>
          <ac:picMkLst>
            <pc:docMk/>
            <pc:sldMk cId="2164785509" sldId="269"/>
            <ac:picMk id="39" creationId="{4DFD783B-93C4-23B8-063D-6EE93267E379}"/>
          </ac:picMkLst>
        </pc:picChg>
        <pc:cxnChg chg="del mod">
          <ac:chgData name="Vardaan Kulshreshtha" userId="6db5a29ce8bfebfb" providerId="LiveId" clId="{11C91A3B-277C-4A78-8DBB-6A5A1673F7BA}" dt="2026-03-31T13:42:02.185" v="1392" actId="478"/>
          <ac:cxnSpMkLst>
            <pc:docMk/>
            <pc:sldMk cId="2164785509" sldId="269"/>
            <ac:cxnSpMk id="27" creationId="{66924E56-61AB-5F86-A73A-0F62CD3566AA}"/>
          </ac:cxnSpMkLst>
        </pc:cxnChg>
        <pc:cxnChg chg="del">
          <ac:chgData name="Vardaan Kulshreshtha" userId="6db5a29ce8bfebfb" providerId="LiveId" clId="{11C91A3B-277C-4A78-8DBB-6A5A1673F7BA}" dt="2026-03-31T13:42:03.522" v="1393" actId="478"/>
          <ac:cxnSpMkLst>
            <pc:docMk/>
            <pc:sldMk cId="2164785509" sldId="269"/>
            <ac:cxnSpMk id="29" creationId="{DB39F55B-9C33-897D-9659-7E7A6E95B4E0}"/>
          </ac:cxnSpMkLst>
        </pc:cxnChg>
        <pc:cxnChg chg="del mod">
          <ac:chgData name="Vardaan Kulshreshtha" userId="6db5a29ce8bfebfb" providerId="LiveId" clId="{11C91A3B-277C-4A78-8DBB-6A5A1673F7BA}" dt="2026-03-31T13:42:05.144" v="1394" actId="478"/>
          <ac:cxnSpMkLst>
            <pc:docMk/>
            <pc:sldMk cId="2164785509" sldId="269"/>
            <ac:cxnSpMk id="31" creationId="{E4C437CA-9DBC-3730-E01C-FF0BF7705AF6}"/>
          </ac:cxnSpMkLst>
        </pc:cxnChg>
      </pc:sldChg>
      <pc:sldMasterChg chg="setBg modSldLayout">
        <pc:chgData name="Vardaan Kulshreshtha" userId="6db5a29ce8bfebfb" providerId="LiveId" clId="{11C91A3B-277C-4A78-8DBB-6A5A1673F7BA}" dt="2026-03-31T12:46:04.959" v="851"/>
        <pc:sldMasterMkLst>
          <pc:docMk/>
          <pc:sldMasterMk cId="1898353740" sldId="2147483648"/>
        </pc:sldMasterMkLst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3558226786" sldId="2147483649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2183746764" sldId="2147483650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3097633799" sldId="2147483651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926661324" sldId="2147483652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1026929375" sldId="2147483653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3875155235" sldId="2147483654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2528078955" sldId="2147483655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2523729477" sldId="2147483656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2903000097" sldId="2147483657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3601646126" sldId="2147483658"/>
          </pc:sldLayoutMkLst>
        </pc:sldLayoutChg>
        <pc:sldLayoutChg chg="setBg">
          <pc:chgData name="Vardaan Kulshreshtha" userId="6db5a29ce8bfebfb" providerId="LiveId" clId="{11C91A3B-277C-4A78-8DBB-6A5A1673F7BA}" dt="2026-03-31T12:46:04.959" v="851"/>
          <pc:sldLayoutMkLst>
            <pc:docMk/>
            <pc:sldMasterMk cId="1898353740" sldId="2147483648"/>
            <pc:sldLayoutMk cId="258873203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695C5-8DAD-4EDB-86BA-16283E4ACC1B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1FD5A-47D6-434D-B044-A57957028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7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21FD5A-47D6-434D-B044-A57957028F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4BE0-82E3-5D29-2242-2E3297A1E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B7A77-231D-36BA-A456-C4C752583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A519-D545-5033-5A05-1A876AAD5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5E719-21EE-C345-FBCB-D5347B80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32D74-72CD-C73F-0C91-1B7E4DF8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2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9E91-4EA3-F136-7604-BF243E2A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05BE-3039-D6A7-F85D-29249FFC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1367-B515-1E67-A5C2-59EBD083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32BD7-E4A7-478F-7AAD-5E7AB71F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584F-46FF-9C23-BBE0-3B9C480C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4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7957-D258-5F33-0720-F596A2F1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9335F-4C3F-67B8-218D-38A2F8E2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74BF4-173D-A26C-EC1E-39BB95C9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8D30-41D4-6EBC-5A4C-EEE8E568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AB831-CE6E-B595-F6AB-E4E76D0D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3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6A7F-7397-9F95-988C-BDA01DB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62714-0B4B-65C4-582A-678C87B8A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8073D-D9F7-5928-F603-4DF15AB53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8E41B-6F66-1E8B-60F1-7B48FA1C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48838-9FB7-5485-907C-37C3007A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2217-BA0E-90F4-258B-2201C8EB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6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FE04-6D8B-BF9A-19BC-5CDF5127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4F5C5-9170-472D-A51A-D7C170C87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8BAF0-265A-22BB-0648-6F924356B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EB4EE-DF93-657C-79E2-A63FBEC2D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DBA76-13A6-1F06-D558-6A0BE19D8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1B0B8-3CDC-138D-1132-20C3ED10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68908-77E9-93B8-2A45-3378E75A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337FE-2071-F88D-7017-6FBEFCF4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27E7-8B0F-A064-1ABC-7EEF164F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F8786-59AB-52D7-D5E5-884C3675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8F288-8010-34A0-92A5-BA240D99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B0551-BBD1-EFFD-23A0-40C3FCE2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5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BB5E1-0D3F-0ABB-BD5C-F6685762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07FDD-9193-FB9C-6B57-13C06FDC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A30B-DF60-2F46-2DAD-DC6FFEE7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7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B0BE-34F2-A880-CDD9-2A7EB929A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6BB5-B0ED-925C-F008-3C826504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5AEC4-ED61-1A13-E736-BAF0ABBAB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CD291-5D2A-3A84-1E8B-D405B4EB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32625-C856-D8D3-D76D-E5FE6606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35C1A-4A10-FEF8-5B45-408AB54B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2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513C-E732-A26B-54C2-0DBC687E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743F4-AF51-EE42-D75A-38436E1AC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F8885-95C4-2A71-7262-864530BD4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B3971-ED3F-720C-BDB8-10625356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2213C-4506-2020-B99F-6F220B3E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848C-DD82-437B-4F38-D99922A5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757B-DDB8-B9B6-F0EA-D90E1651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69A03-ECCE-6797-7EE1-C5A222B02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EAF1-AF63-802D-F2E3-695EDCAC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70C4-0913-2FA5-0375-F82603E2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7647B-76DF-70E1-F4BB-11D6E1F1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4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306A6-91DF-88CD-192D-2AA91FF57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59C1E-EBAC-6D1E-46D1-5B193863B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66C4-2855-48A6-AA0C-CE7518B7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D0E77-940B-D89C-C5BF-2C87473E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5A475-0B74-6E86-B0E5-16A5DB8B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3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97F17-2A60-CF9F-FE58-0C01E134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692D-43DF-A228-4209-8A3E9DA9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4444E-2FBE-DB63-B8BE-6C77D2FC0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14DEE-4B28-4AB5-B761-DBFF47609EEC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805E3-E592-B7A5-24A5-66FA244DD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B6450-84B9-B6C2-6FFB-F0BEEEE4D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355F8-F4C1-4363-8C53-28D90E05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5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jpe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image" Target="../media/image16.png"/><Relationship Id="rId4" Type="http://schemas.openxmlformats.org/officeDocument/2006/relationships/image" Target="../media/image11.sv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C51A-300D-F3AD-F140-6FEDC891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5AB0D41-AF1C-BE47-C03F-5900850AE110}"/>
              </a:ext>
            </a:extLst>
          </p:cNvPr>
          <p:cNvSpPr txBox="1"/>
          <p:nvPr/>
        </p:nvSpPr>
        <p:spPr>
          <a:xfrm>
            <a:off x="7017593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P DEMO - Zuume Rough" panose="00000500000000000000" pitchFamily="50" charset="0"/>
                <a:ea typeface="+mn-ea"/>
                <a:cs typeface="+mn-cs"/>
              </a:rPr>
              <a:t>Mark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P DEMO - Zuume Rough" panose="00000500000000000000" pitchFamily="50" charset="0"/>
                <a:ea typeface="+mn-ea"/>
                <a:cs typeface="+mn-cs"/>
              </a:rPr>
              <a:t>Zuckerberg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329273-CE68-7635-92E6-FD2DD7546877}"/>
              </a:ext>
            </a:extLst>
          </p:cNvPr>
          <p:cNvSpPr txBox="1"/>
          <p:nvPr/>
        </p:nvSpPr>
        <p:spPr>
          <a:xfrm>
            <a:off x="3754744" y="2535057"/>
            <a:ext cx="71078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 panose="00000400000000000000" pitchFamily="2" charset="0"/>
                <a:ea typeface="+mn-ea"/>
                <a:cs typeface="+mn-cs"/>
              </a:rPr>
              <a:t>Mark Zuckerberg , known as co-founder, chairman and CEO of Meta Platforms.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 panose="00000400000000000000" pitchFamily="2" charset="0"/>
                <a:ea typeface="+mn-ea"/>
                <a:cs typeface="+mn-cs"/>
              </a:rPr>
              <a:t>(Born May  14 ,1984)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623495-62B2-3C57-7969-422EC873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879" y="4912840"/>
            <a:ext cx="2791730" cy="6490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DE7CA7-4583-0738-5A6D-5DA3867AA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770" y="4888640"/>
            <a:ext cx="863424" cy="863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0CDFFC-1491-F3BD-60C6-19DFC321A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733" y="4849351"/>
            <a:ext cx="1002006" cy="10020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A4983F-C8CF-ACF7-2349-544ECFA555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215" y="4850564"/>
            <a:ext cx="2380518" cy="1026596"/>
          </a:xfrm>
          <a:prstGeom prst="rect">
            <a:avLst/>
          </a:prstGeom>
        </p:spPr>
      </p:pic>
      <p:pic>
        <p:nvPicPr>
          <p:cNvPr id="18" name="Graphic 17" descr="Caret Left with solid fill">
            <a:extLst>
              <a:ext uri="{FF2B5EF4-FFF2-40B4-BE49-F238E27FC236}">
                <a16:creationId xmlns:a16="http://schemas.microsoft.com/office/drawing/2014/main" id="{E63148A6-4C12-F26D-9E5E-3D63764C8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24" name="Graphic 23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4903C8-D5A4-E4E1-84ED-97A9516F9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pic>
        <p:nvPicPr>
          <p:cNvPr id="2" name="Picture 1" descr="🔥 [40+] Mark Zuckerberg Wallpapers | WallpaperSafari">
            <a:extLst>
              <a:ext uri="{FF2B5EF4-FFF2-40B4-BE49-F238E27FC236}">
                <a16:creationId xmlns:a16="http://schemas.microsoft.com/office/drawing/2014/main" id="{E6E21F51-ECBB-071E-BE8A-C58E24BC2E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01" y="2035432"/>
            <a:ext cx="2052314" cy="257157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5425F5-D984-041D-9677-E787526680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457" y="4673019"/>
            <a:ext cx="1178338" cy="1178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8894D6-C6B7-0D82-2847-2E27315BE822}"/>
              </a:ext>
            </a:extLst>
          </p:cNvPr>
          <p:cNvSpPr txBox="1"/>
          <p:nvPr/>
        </p:nvSpPr>
        <p:spPr>
          <a:xfrm>
            <a:off x="10058401" y="6392228"/>
            <a:ext cx="248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uper Adorable" panose="02000600000000000000" pitchFamily="2" charset="0"/>
              </a:rPr>
              <a:t>~   By Jastina~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92779-5E47-14ED-8CEB-A92D962FAD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913" y="6486423"/>
            <a:ext cx="299732" cy="29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8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2539-0DB1-AAE4-0CFF-AA13F009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AC115D-1837-B3D7-3803-CA51DB718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615" y="0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978DE2A-A2C6-87A0-9DE0-F7FF3083C585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04C5F-CD5C-CE24-3D9A-248B6A8ECF80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87FC9-2F81-D1B4-DAFB-000D9BDBDA1E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B3C90-3F38-8878-2256-D62439611F14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9261E-990F-E287-441F-71A91E7A9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5380" y="4865702"/>
            <a:ext cx="696214" cy="696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CDEEF0-D234-7DA9-2E69-1A3F1BD424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5069" y="4850564"/>
            <a:ext cx="747096" cy="747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738765-8902-9EA2-8789-FAEE2A273B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E55C7-E969-E265-9E0F-70129797B3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468" y="5668459"/>
            <a:ext cx="2260852" cy="974990"/>
          </a:xfrm>
          <a:prstGeom prst="rect">
            <a:avLst/>
          </a:prstGeom>
        </p:spPr>
      </p:pic>
      <p:pic>
        <p:nvPicPr>
          <p:cNvPr id="15" name="Graphic 14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696FC4D-EBE2-AB00-FDBD-6A4ED75F72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DA39D4-3C27-464C-064E-8F4960FA2ED2}"/>
              </a:ext>
            </a:extLst>
          </p:cNvPr>
          <p:cNvCxnSpPr>
            <a:cxnSpLocks/>
          </p:cNvCxnSpPr>
          <p:nvPr/>
        </p:nvCxnSpPr>
        <p:spPr>
          <a:xfrm>
            <a:off x="3022600" y="1409700"/>
            <a:ext cx="5867400" cy="0"/>
          </a:xfrm>
          <a:prstGeom prst="line">
            <a:avLst/>
          </a:prstGeom>
          <a:ln>
            <a:solidFill>
              <a:srgbClr val="25D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A4F596-7C44-80EE-8AE5-EA60C5B6D163}"/>
              </a:ext>
            </a:extLst>
          </p:cNvPr>
          <p:cNvSpPr txBox="1"/>
          <p:nvPr/>
        </p:nvSpPr>
        <p:spPr>
          <a:xfrm>
            <a:off x="4686300" y="1040368"/>
            <a:ext cx="2540000" cy="36933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WhatsApp Effect</a:t>
            </a:r>
          </a:p>
        </p:txBody>
      </p:sp>
      <p:pic>
        <p:nvPicPr>
          <p:cNvPr id="17" name="Graphic 16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D98167E-A762-B050-27ED-53F4EBE85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52B29A-E12A-C875-A235-5CA6624B6F43}"/>
              </a:ext>
            </a:extLst>
          </p:cNvPr>
          <p:cNvSpPr/>
          <p:nvPr/>
        </p:nvSpPr>
        <p:spPr>
          <a:xfrm>
            <a:off x="2476500" y="2235199"/>
            <a:ext cx="7239000" cy="37110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Montserrat" panose="00000500000000000000" pitchFamily="2" charset="0"/>
              </a:rPr>
              <a:t>Revolutionized Messaging – WhatsApp transformed communication by making instant messaging fast, simple, and accessible worldwide, replacing traditional SMS with internet-based texting, voice notes, and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Montserrat" panose="00000500000000000000" pitchFamily="2" charset="0"/>
              </a:rPr>
              <a:t>calls.Changed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Montserrat" panose="00000500000000000000" pitchFamily="2" charset="0"/>
              </a:rPr>
              <a:t> Communication Habits – People began relying on quick, real-time messaging through chats and groups, leading to constant connectivity, faster responses, and more informal, everyday communication styles.</a:t>
            </a:r>
          </a:p>
        </p:txBody>
      </p:sp>
      <p:pic>
        <p:nvPicPr>
          <p:cNvPr id="9" name="Picture 8" descr="🔥 [40+] Mark Zuckerberg Wallpapers | WallpaperSafari">
            <a:extLst>
              <a:ext uri="{FF2B5EF4-FFF2-40B4-BE49-F238E27FC236}">
                <a16:creationId xmlns:a16="http://schemas.microsoft.com/office/drawing/2014/main" id="{3833406B-B550-6603-91F8-6E6D778825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03297" y="2359045"/>
            <a:ext cx="2052314" cy="257157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37135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7341-D639-98AE-D0F6-A24B7437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676AB0-6DEE-9BA1-307C-EEE633CEC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578D899-7856-01DC-8602-23FC3699A1F1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895E9-88D3-4919-9AAD-FC238E1EBCDF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1DFE3-5468-B4EC-070E-A37D377F5CB1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07521-C064-1EEF-2F25-2634B91210F3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9B4A3-2590-F0D5-6C6C-5098AD23F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5380" y="4865702"/>
            <a:ext cx="696214" cy="696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F42FAB-592A-D127-F257-8E5753F58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578" y="114301"/>
            <a:ext cx="1435122" cy="1435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1060D3-FD05-ED84-7C63-EBDCC5B990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62A2CA-1CD3-8036-E4AD-9073A8716F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468" y="5668459"/>
            <a:ext cx="2260852" cy="974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03F35B-16A9-068E-3959-2E95A729AFF5}"/>
              </a:ext>
            </a:extLst>
          </p:cNvPr>
          <p:cNvCxnSpPr>
            <a:cxnSpLocks/>
          </p:cNvCxnSpPr>
          <p:nvPr/>
        </p:nvCxnSpPr>
        <p:spPr>
          <a:xfrm>
            <a:off x="5054578" y="1549423"/>
            <a:ext cx="1435122" cy="0"/>
          </a:xfrm>
          <a:prstGeom prst="line">
            <a:avLst/>
          </a:prstGeom>
          <a:ln>
            <a:solidFill>
              <a:srgbClr val="08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B5FCFF-A164-39F3-2825-DCC1C977EFA8}"/>
              </a:ext>
            </a:extLst>
          </p:cNvPr>
          <p:cNvSpPr txBox="1"/>
          <p:nvPr/>
        </p:nvSpPr>
        <p:spPr>
          <a:xfrm>
            <a:off x="6489700" y="1180092"/>
            <a:ext cx="2540000" cy="369332"/>
          </a:xfrm>
          <a:prstGeom prst="rect">
            <a:avLst/>
          </a:prstGeom>
          <a:solidFill>
            <a:srgbClr val="0866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FaceBook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Effect</a:t>
            </a:r>
          </a:p>
        </p:txBody>
      </p:sp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B110144-8F48-8EF3-FBB1-F352E8782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783F6C5-3F0F-A3AD-44D8-351B996CD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052045-EFD0-767A-F3C6-BAD7D283324D}"/>
              </a:ext>
            </a:extLst>
          </p:cNvPr>
          <p:cNvSpPr/>
          <p:nvPr/>
        </p:nvSpPr>
        <p:spPr>
          <a:xfrm>
            <a:off x="2476500" y="2235199"/>
            <a:ext cx="7239000" cy="37110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anose="00000500000000000000" pitchFamily="2" charset="0"/>
              </a:rPr>
              <a:t>Revolutionized Social Networking – Facebook turned online social networking from niche websites into a mainstream way for people to connect, share updates, photos, and ideas globally.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anose="00000500000000000000" pitchFamily="2" charset="0"/>
              </a:rPr>
              <a:t>Changed Communication Habits – People began interacting more digitally than in person for certain social interactions, leading to the rise of instant messaging, likes, and news feeds as central forms of communication.</a:t>
            </a:r>
          </a:p>
          <a:p>
            <a:pPr algn="ctr"/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4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DC70-AF37-60E6-FEBB-DAC8F4FE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E81677-ACA1-3410-C25C-BD3CBF927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7F80945-6937-4721-D3A0-66E49D5B6392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5A5F5-6B54-FF50-8C02-811E440FCE31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76FA3-DB00-6496-ECAF-96D554932402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2AA7F-D7AA-5F82-67E4-C5DFD31CFCC6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F162B-4C23-1B9A-85FD-81E11E13B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758" y="200031"/>
            <a:ext cx="1327234" cy="13272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DA5A4E-FFC4-445E-1D94-2470A35D5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BAEEB0-8D7D-D24C-4F98-C619506A3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468" y="5668459"/>
            <a:ext cx="2260852" cy="974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9DC826-B927-904B-FF7B-C448F7AE7041}"/>
              </a:ext>
            </a:extLst>
          </p:cNvPr>
          <p:cNvCxnSpPr>
            <a:cxnSpLocks/>
          </p:cNvCxnSpPr>
          <p:nvPr/>
        </p:nvCxnSpPr>
        <p:spPr>
          <a:xfrm>
            <a:off x="5054578" y="1536723"/>
            <a:ext cx="14351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F0E2847-C60B-B8E7-9BAD-6E75DDE25E6A}"/>
              </a:ext>
            </a:extLst>
          </p:cNvPr>
          <p:cNvSpPr txBox="1"/>
          <p:nvPr/>
        </p:nvSpPr>
        <p:spPr>
          <a:xfrm>
            <a:off x="6375400" y="1180092"/>
            <a:ext cx="2540000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Threads Effect</a:t>
            </a:r>
          </a:p>
        </p:txBody>
      </p:sp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3CB37E4-80EB-970B-17F0-733196B79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754E62-770B-88EE-8389-EFB38E5BB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4CCD36-5073-1637-CFD7-83A62ECAE7B0}"/>
              </a:ext>
            </a:extLst>
          </p:cNvPr>
          <p:cNvSpPr/>
          <p:nvPr/>
        </p:nvSpPr>
        <p:spPr>
          <a:xfrm>
            <a:off x="2476500" y="2235199"/>
            <a:ext cx="7239000" cy="371104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Redefined Microblogging Conversations – Threads introduced a fresh, Instagram-linked platform focused on short text updates, making public conversations more casual, real-time, and community-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driven.Changed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Online Interaction Style – People began sharing quick thoughts, opinions, and updates in a more relaxed and conversational way, shifting from highly curated posts to spontaneous and authentic expression.</a:t>
            </a:r>
          </a:p>
        </p:txBody>
      </p:sp>
    </p:spTree>
    <p:extLst>
      <p:ext uri="{BB962C8B-B14F-4D97-AF65-F5344CB8AC3E}">
        <p14:creationId xmlns:p14="http://schemas.microsoft.com/office/powerpoint/2010/main" val="1772831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3645F-6D32-7803-990B-2E361693B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63E2A3-D272-1633-052D-164E53DA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23D25F4-D001-785C-F2F5-5C17BE352C3A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F925E-2EF9-B56D-D2D2-66DF514715C0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74DCF-536F-EBE0-3BE3-A849B67CC645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30E01-9CB6-3D8F-8263-2E3F05EE2917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69341A-C44E-A46A-CCD6-B0BD27519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007" y="546459"/>
            <a:ext cx="990264" cy="990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3C597C-893F-C4CA-3A0B-668F1BA9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468" y="5668459"/>
            <a:ext cx="2260852" cy="974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6A3EF-893E-D80D-EEB0-D4CF74DB060E}"/>
              </a:ext>
            </a:extLst>
          </p:cNvPr>
          <p:cNvCxnSpPr>
            <a:cxnSpLocks/>
          </p:cNvCxnSpPr>
          <p:nvPr/>
        </p:nvCxnSpPr>
        <p:spPr>
          <a:xfrm>
            <a:off x="5277007" y="1536723"/>
            <a:ext cx="1212693" cy="0"/>
          </a:xfrm>
          <a:prstGeom prst="line">
            <a:avLst/>
          </a:prstGeom>
          <a:ln>
            <a:solidFill>
              <a:srgbClr val="FFC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F52625-E224-99FF-AF6D-D2FF1085B70B}"/>
              </a:ext>
            </a:extLst>
          </p:cNvPr>
          <p:cNvSpPr txBox="1"/>
          <p:nvPr/>
        </p:nvSpPr>
        <p:spPr>
          <a:xfrm>
            <a:off x="6375400" y="1180092"/>
            <a:ext cx="2540000" cy="369332"/>
          </a:xfrm>
          <a:prstGeom prst="rect">
            <a:avLst/>
          </a:prstGeom>
          <a:gradFill flip="none" rotWithShape="1">
            <a:gsLst>
              <a:gs pos="0">
                <a:srgbClr val="FE7B03"/>
              </a:gs>
              <a:gs pos="38000">
                <a:srgbClr val="FC04AC"/>
              </a:gs>
              <a:gs pos="68000">
                <a:srgbClr val="A008F4"/>
              </a:gs>
              <a:gs pos="100000">
                <a:srgbClr val="FF0D4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Instagram Effect</a:t>
            </a:r>
          </a:p>
        </p:txBody>
      </p:sp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33AE001-BD86-7426-FF4C-46D0D7E6F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929349C-6EFF-09E6-1CB7-06F19853D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8032D6-A410-BF85-B3E2-027729F24F23}"/>
              </a:ext>
            </a:extLst>
          </p:cNvPr>
          <p:cNvSpPr/>
          <p:nvPr/>
        </p:nvSpPr>
        <p:spPr>
          <a:xfrm>
            <a:off x="2476500" y="2235199"/>
            <a:ext cx="7239000" cy="3711040"/>
          </a:xfrm>
          <a:prstGeom prst="roundRect">
            <a:avLst/>
          </a:prstGeom>
          <a:gradFill>
            <a:gsLst>
              <a:gs pos="0">
                <a:srgbClr val="FE7B03"/>
              </a:gs>
              <a:gs pos="38000">
                <a:srgbClr val="FC04AC"/>
              </a:gs>
              <a:gs pos="68000">
                <a:srgbClr val="A008F4"/>
              </a:gs>
              <a:gs pos="100000">
                <a:srgbClr val="FF0D4B"/>
              </a:gs>
            </a:gsLst>
            <a:path path="circle">
              <a:fillToRect l="100000" t="10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Expansion &amp; Integration•  Acquisition (2012): Zuckerberg bought Instagram for $1 billion, integrating it into Meta’s ecosystem.•  Growth: Instagram’s user base skyrocketed from ~30 million at acquisition to over 2 billion monthly active users today.•  Integration with Facebook: Cross-platform features like shared messaging, ads, and business tools strengthened Meta’s dominance.</a:t>
            </a:r>
          </a:p>
        </p:txBody>
      </p:sp>
    </p:spTree>
    <p:extLst>
      <p:ext uri="{BB962C8B-B14F-4D97-AF65-F5344CB8AC3E}">
        <p14:creationId xmlns:p14="http://schemas.microsoft.com/office/powerpoint/2010/main" val="2321460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F06C-5DE8-430C-BAB9-632F8E31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A0F7B8-5207-968D-9EB7-89A3FF1CD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A09F36B-E249-1EF2-E772-C61A798BA3C7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E8D27-A83D-5839-7383-89BC09A111B3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76FC3-3A59-7C13-16CF-468C0C378DB3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4D6FC-1C0F-074E-0673-7B93A9E98E5A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0972A5-621A-F34D-BD74-31C484C32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7C0D16-93BD-7BD7-2796-6D34928E4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545" y="863345"/>
            <a:ext cx="2260852" cy="974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9637A4-D5B8-76DB-3DCB-7C74805F918C}"/>
              </a:ext>
            </a:extLst>
          </p:cNvPr>
          <p:cNvCxnSpPr>
            <a:cxnSpLocks/>
          </p:cNvCxnSpPr>
          <p:nvPr/>
        </p:nvCxnSpPr>
        <p:spPr>
          <a:xfrm>
            <a:off x="4576763" y="1536723"/>
            <a:ext cx="1912937" cy="0"/>
          </a:xfrm>
          <a:prstGeom prst="line">
            <a:avLst/>
          </a:prstGeom>
          <a:ln>
            <a:solidFill>
              <a:srgbClr val="0081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6EC7AC-44CD-213E-222B-1CF4B10A01C4}"/>
              </a:ext>
            </a:extLst>
          </p:cNvPr>
          <p:cNvSpPr txBox="1"/>
          <p:nvPr/>
        </p:nvSpPr>
        <p:spPr>
          <a:xfrm>
            <a:off x="6375400" y="1180092"/>
            <a:ext cx="2540000" cy="369332"/>
          </a:xfrm>
          <a:prstGeom prst="rect">
            <a:avLst/>
          </a:prstGeom>
          <a:solidFill>
            <a:srgbClr val="0081F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Meta Effect</a:t>
            </a:r>
          </a:p>
        </p:txBody>
      </p:sp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1C8481C-D257-F270-8CC9-8AE84044F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A1F2D91-B327-448C-D593-2CD2651FF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99B3DC-84F9-DF64-4AB0-FD575B78FA14}"/>
              </a:ext>
            </a:extLst>
          </p:cNvPr>
          <p:cNvSpPr/>
          <p:nvPr/>
        </p:nvSpPr>
        <p:spPr>
          <a:xfrm>
            <a:off x="2476500" y="2235199"/>
            <a:ext cx="7239000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Unified Digital Ecosystem – Meta Platforms connected multiple platforms like Facebook, Instagram, and WhatsApp under one umbrella, creating a seamless global network for communication, content sharing, and business.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Montserrat" panose="00000500000000000000" pitchFamily="2" charset="0"/>
              </a:rPr>
              <a:t>Expanded the Future of Social Technology – Meta shifted focus toward immersive experiences like virtual and augmented reality, changing how people interact online by introducing concepts like the metaverse and more interactive digital spaces.</a:t>
            </a:r>
          </a:p>
        </p:txBody>
      </p:sp>
    </p:spTree>
    <p:extLst>
      <p:ext uri="{BB962C8B-B14F-4D97-AF65-F5344CB8AC3E}">
        <p14:creationId xmlns:p14="http://schemas.microsoft.com/office/powerpoint/2010/main" val="3254524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74149-324D-988E-A7BE-BBB575D4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016DCE-3302-F797-C67C-BBB01DA4A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795E009-A11E-BFAD-E683-6BB9CDBFFB7F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F63EA-A44F-70A8-D240-ACFB1BBC324D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A9D65-52FE-2107-BE7F-C5E788E258D6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2307F-BBF3-9A40-D5A3-CE819CE91D49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47A8E4-4055-959A-2CF4-FAF97D654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E2C1991-C336-EB32-3B21-21E20EF70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7D08998-E711-249C-DC48-AB574D2570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A4C1A7-D8A4-0E40-E265-0E1E63C30E86}"/>
              </a:ext>
            </a:extLst>
          </p:cNvPr>
          <p:cNvSpPr/>
          <p:nvPr/>
        </p:nvSpPr>
        <p:spPr>
          <a:xfrm>
            <a:off x="350520" y="1850876"/>
            <a:ext cx="4192604" cy="37110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Problem – Limited Ways to Connect in Small Communities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Before social platforms, people in schools or local communities had fewer easy ways to stay connected outside physical spaces.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8B170C-9B3F-4E7A-C683-841326B1FC67}"/>
              </a:ext>
            </a:extLst>
          </p:cNvPr>
          <p:cNvSpPr/>
          <p:nvPr/>
        </p:nvSpPr>
        <p:spPr>
          <a:xfrm>
            <a:off x="6468177" y="1915060"/>
            <a:ext cx="4083787" cy="37110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Contribution – Created Facebook for Campus Connection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Zuckerberg initially launched Facebook to help students connect, share updates, and build a sense of community within their university, making communication easier and more interactive.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0330B-CD1E-D3B7-2450-7F8EDF5E962E}"/>
              </a:ext>
            </a:extLst>
          </p:cNvPr>
          <p:cNvSpPr txBox="1"/>
          <p:nvPr/>
        </p:nvSpPr>
        <p:spPr>
          <a:xfrm>
            <a:off x="4919314" y="47849"/>
            <a:ext cx="1622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Local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D5291-CEEF-9F2D-1215-124E4A1D3B3C}"/>
              </a:ext>
            </a:extLst>
          </p:cNvPr>
          <p:cNvSpPr txBox="1"/>
          <p:nvPr/>
        </p:nvSpPr>
        <p:spPr>
          <a:xfrm>
            <a:off x="4240229" y="105891"/>
            <a:ext cx="605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EBE2A4-C17D-2437-5368-DA3881BF9490}"/>
              </a:ext>
            </a:extLst>
          </p:cNvPr>
          <p:cNvSpPr txBox="1"/>
          <p:nvPr/>
        </p:nvSpPr>
        <p:spPr>
          <a:xfrm rot="20618859">
            <a:off x="23145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E6EE51-6632-7DC3-4EA2-1DFA0BF87639}"/>
              </a:ext>
            </a:extLst>
          </p:cNvPr>
          <p:cNvSpPr txBox="1"/>
          <p:nvPr/>
        </p:nvSpPr>
        <p:spPr>
          <a:xfrm rot="235748">
            <a:off x="989522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📱</a:t>
            </a:r>
          </a:p>
        </p:txBody>
      </p:sp>
    </p:spTree>
    <p:extLst>
      <p:ext uri="{BB962C8B-B14F-4D97-AF65-F5344CB8AC3E}">
        <p14:creationId xmlns:p14="http://schemas.microsoft.com/office/powerpoint/2010/main" val="3614430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EC62-C5AA-D071-1FBE-37E637D1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EC3395-3EA5-9964-2C86-EFA727AE8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423650A-36EC-8E59-4AD1-FD6E752B2CB3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89824-BFBE-F0D1-CCA7-AD1AAC382322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0B183-CDD2-2105-7B0D-A55C721B173A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D672C-7AC3-5D4D-C463-AD21215581CC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A5E85-FB33-B9CA-E78B-2530E9E04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9FE368D-82CA-D167-B3E5-77096A43D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16A955F-52CF-351E-B50C-C3E7DFC42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473BF8-0AF2-E74E-5F3E-A9E1BB08DD45}"/>
              </a:ext>
            </a:extLst>
          </p:cNvPr>
          <p:cNvSpPr/>
          <p:nvPr/>
        </p:nvSpPr>
        <p:spPr>
          <a:xfrm>
            <a:off x="350520" y="1850876"/>
            <a:ext cx="4192604" cy="3711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Problem – Slow and Limited Digital Communication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Communication</a:t>
            </a:r>
            <a:r>
              <a:rPr lang="en-US" dirty="0">
                <a:solidFill>
                  <a:schemeClr val="tx1"/>
                </a:solidFill>
              </a:rPr>
              <a:t> across cities in a country relied heavily on calls, emails, or SMS, which were less interactive and slower.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041AEE-DC02-6C9F-58C9-03E8EA1BDF5F}"/>
              </a:ext>
            </a:extLst>
          </p:cNvPr>
          <p:cNvSpPr/>
          <p:nvPr/>
        </p:nvSpPr>
        <p:spPr>
          <a:xfrm>
            <a:off x="6468177" y="1915060"/>
            <a:ext cx="4083787" cy="3711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Contribution – Scaled Social Networking Across the Country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Facebook expanded nationwide, allowing people to instantly share news, communicate, and build networks across regions, helping businesses, communities, and individuals stay connected.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07349-1976-0DB5-6CC9-02E861A04EF0}"/>
              </a:ext>
            </a:extLst>
          </p:cNvPr>
          <p:cNvSpPr txBox="1"/>
          <p:nvPr/>
        </p:nvSpPr>
        <p:spPr>
          <a:xfrm>
            <a:off x="491931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National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4DF2D-8C16-8CF0-9F1A-775FCD766F72}"/>
              </a:ext>
            </a:extLst>
          </p:cNvPr>
          <p:cNvSpPr txBox="1"/>
          <p:nvPr/>
        </p:nvSpPr>
        <p:spPr>
          <a:xfrm>
            <a:off x="4240229" y="105891"/>
            <a:ext cx="605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🗺️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C3200F-79E5-22D1-9A7B-9D086D9CAEC9}"/>
              </a:ext>
            </a:extLst>
          </p:cNvPr>
          <p:cNvSpPr txBox="1"/>
          <p:nvPr/>
        </p:nvSpPr>
        <p:spPr>
          <a:xfrm rot="20618859">
            <a:off x="23145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📞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317D34-64FF-FBC9-C224-66E2BC713594}"/>
              </a:ext>
            </a:extLst>
          </p:cNvPr>
          <p:cNvSpPr txBox="1"/>
          <p:nvPr/>
        </p:nvSpPr>
        <p:spPr>
          <a:xfrm rot="235748">
            <a:off x="989522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💬</a:t>
            </a:r>
          </a:p>
        </p:txBody>
      </p:sp>
    </p:spTree>
    <p:extLst>
      <p:ext uri="{BB962C8B-B14F-4D97-AF65-F5344CB8AC3E}">
        <p14:creationId xmlns:p14="http://schemas.microsoft.com/office/powerpoint/2010/main" val="2356351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DDA8-51E4-1F02-50D4-384FAC86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510814-F892-4B5A-AEAF-66568BF65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0277B2A-18B2-FBE4-ACCB-EB43550704BB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6B435-966F-AC62-8CA6-41AD41216D78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7ED8C-EE74-8509-254F-04CCD850B56B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0C0CF-806B-8137-3CEA-B7D801E975C9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654663-7BD2-DBCF-7F13-C86994168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1F1E452-A880-1FC4-294F-A04EA68E3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E59E7FA-EEFE-D026-D66F-1771CA9D8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CD1C0B-E8EA-C63E-832F-FF0F4D99D766}"/>
              </a:ext>
            </a:extLst>
          </p:cNvPr>
          <p:cNvSpPr/>
          <p:nvPr/>
        </p:nvSpPr>
        <p:spPr>
          <a:xfrm>
            <a:off x="350520" y="1850876"/>
            <a:ext cx="4192604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Problem – Lack of a Unified Global Communication Platform</a:t>
            </a:r>
          </a:p>
          <a:p>
            <a:r>
              <a:rPr lang="en-US" dirty="0">
                <a:solidFill>
                  <a:schemeClr val="bg1"/>
                </a:solidFill>
              </a:rPr>
              <a:t>There was no single platform where people worldwide could easily connect, share ideas, and communicate in real time.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5DE715-10C2-0C1B-D3C8-CF3375A16174}"/>
              </a:ext>
            </a:extLst>
          </p:cNvPr>
          <p:cNvSpPr/>
          <p:nvPr/>
        </p:nvSpPr>
        <p:spPr>
          <a:xfrm>
            <a:off x="6468177" y="1915060"/>
            <a:ext cx="4083787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Contribution – Built a Global Social Network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Zuckerberg turned Facebook into a worldwide platform, connecting billions of people, enabling global communication, cultural exchange, online communities, and even business growth across borders.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A7CB1-AD60-741D-34A8-B57E2352ACB0}"/>
              </a:ext>
            </a:extLst>
          </p:cNvPr>
          <p:cNvSpPr txBox="1"/>
          <p:nvPr/>
        </p:nvSpPr>
        <p:spPr>
          <a:xfrm>
            <a:off x="491931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7A86C-B331-40F9-D7E6-67981BA54756}"/>
              </a:ext>
            </a:extLst>
          </p:cNvPr>
          <p:cNvSpPr txBox="1"/>
          <p:nvPr/>
        </p:nvSpPr>
        <p:spPr>
          <a:xfrm>
            <a:off x="4240229" y="105891"/>
            <a:ext cx="679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CE928-A4B3-E25A-BBC0-C4742337F1BA}"/>
              </a:ext>
            </a:extLst>
          </p:cNvPr>
          <p:cNvSpPr txBox="1"/>
          <p:nvPr/>
        </p:nvSpPr>
        <p:spPr>
          <a:xfrm rot="20618859">
            <a:off x="23145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224DE9-A973-147C-55F0-A2AD6F9B0F31}"/>
              </a:ext>
            </a:extLst>
          </p:cNvPr>
          <p:cNvSpPr txBox="1"/>
          <p:nvPr/>
        </p:nvSpPr>
        <p:spPr>
          <a:xfrm rot="235748">
            <a:off x="989522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🤝</a:t>
            </a:r>
          </a:p>
        </p:txBody>
      </p:sp>
    </p:spTree>
    <p:extLst>
      <p:ext uri="{BB962C8B-B14F-4D97-AF65-F5344CB8AC3E}">
        <p14:creationId xmlns:p14="http://schemas.microsoft.com/office/powerpoint/2010/main" val="353436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96CDB-8ECD-A5D5-80D3-E960366C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63244-1379-47A9-FAB2-96B006BCB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F3874EA-0DE5-51B3-7CEA-53AE50E8BAFF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06C73-1A40-989F-D496-663E4B98A195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EB881-A740-E6A4-550F-2C48029321F0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20623-22D8-DE05-E595-2119246D9717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656C7E-4652-00DC-39AF-DE5AC4307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0DAD743-2C97-7A4A-E984-36A42AF04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B24CBA3-81D8-F41C-961B-D7B1FABA5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D4C084-AFE6-20EF-ED92-55BD7C6BF535}"/>
              </a:ext>
            </a:extLst>
          </p:cNvPr>
          <p:cNvSpPr/>
          <p:nvPr/>
        </p:nvSpPr>
        <p:spPr>
          <a:xfrm>
            <a:off x="13249390" y="1850876"/>
            <a:ext cx="4192604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Problem – Lack of a Unified Global Communication Platform</a:t>
            </a:r>
          </a:p>
          <a:p>
            <a:r>
              <a:rPr lang="en-US" dirty="0">
                <a:solidFill>
                  <a:schemeClr val="bg1"/>
                </a:solidFill>
              </a:rPr>
              <a:t>There was no single platform where people worldwide could easily connect, share ideas, and communicate in real time.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A09833-E1C7-4EF2-4828-2E39E608F908}"/>
              </a:ext>
            </a:extLst>
          </p:cNvPr>
          <p:cNvSpPr/>
          <p:nvPr/>
        </p:nvSpPr>
        <p:spPr>
          <a:xfrm>
            <a:off x="19367047" y="1915060"/>
            <a:ext cx="4083787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Contribution – Built a Global Social Network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Zuckerberg turned Facebook into a worldwide platform, connecting billions of people, enabling global communication, cultural exchange, online communities, and even business growth across borders.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A15B3-A603-3A0E-E83E-487762DB3759}"/>
              </a:ext>
            </a:extLst>
          </p:cNvPr>
          <p:cNvSpPr txBox="1"/>
          <p:nvPr/>
        </p:nvSpPr>
        <p:spPr>
          <a:xfrm>
            <a:off x="1781818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6EEB0-FFF1-3D64-47ED-119FE34B796F}"/>
              </a:ext>
            </a:extLst>
          </p:cNvPr>
          <p:cNvSpPr txBox="1"/>
          <p:nvPr/>
        </p:nvSpPr>
        <p:spPr>
          <a:xfrm>
            <a:off x="17139099" y="105891"/>
            <a:ext cx="679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523CB-C5B0-01CC-4660-EE8E630DFA9D}"/>
              </a:ext>
            </a:extLst>
          </p:cNvPr>
          <p:cNvSpPr txBox="1"/>
          <p:nvPr/>
        </p:nvSpPr>
        <p:spPr>
          <a:xfrm rot="20618859">
            <a:off x="1313032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40918-45D5-BF5D-9067-942DEC838CDB}"/>
              </a:ext>
            </a:extLst>
          </p:cNvPr>
          <p:cNvSpPr txBox="1"/>
          <p:nvPr/>
        </p:nvSpPr>
        <p:spPr>
          <a:xfrm rot="235748">
            <a:off x="2279409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🤝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9CE50A-876D-1EB7-A563-4766A69C2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2810"/>
              </p:ext>
            </p:extLst>
          </p:nvPr>
        </p:nvGraphicFramePr>
        <p:xfrm>
          <a:off x="1720098" y="1674283"/>
          <a:ext cx="8751805" cy="3509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361">
                  <a:extLst>
                    <a:ext uri="{9D8B030D-6E8A-4147-A177-3AD203B41FA5}">
                      <a16:colId xmlns:a16="http://schemas.microsoft.com/office/drawing/2014/main" val="195234508"/>
                    </a:ext>
                  </a:extLst>
                </a:gridCol>
                <a:gridCol w="1750361">
                  <a:extLst>
                    <a:ext uri="{9D8B030D-6E8A-4147-A177-3AD203B41FA5}">
                      <a16:colId xmlns:a16="http://schemas.microsoft.com/office/drawing/2014/main" val="172373099"/>
                    </a:ext>
                  </a:extLst>
                </a:gridCol>
                <a:gridCol w="1750361">
                  <a:extLst>
                    <a:ext uri="{9D8B030D-6E8A-4147-A177-3AD203B41FA5}">
                      <a16:colId xmlns:a16="http://schemas.microsoft.com/office/drawing/2014/main" val="834970749"/>
                    </a:ext>
                  </a:extLst>
                </a:gridCol>
                <a:gridCol w="1750361">
                  <a:extLst>
                    <a:ext uri="{9D8B030D-6E8A-4147-A177-3AD203B41FA5}">
                      <a16:colId xmlns:a16="http://schemas.microsoft.com/office/drawing/2014/main" val="823907351"/>
                    </a:ext>
                  </a:extLst>
                </a:gridCol>
                <a:gridCol w="1750361">
                  <a:extLst>
                    <a:ext uri="{9D8B030D-6E8A-4147-A177-3AD203B41FA5}">
                      <a16:colId xmlns:a16="http://schemas.microsoft.com/office/drawing/2014/main" val="4182821248"/>
                    </a:ext>
                  </a:extLst>
                </a:gridCol>
              </a:tblGrid>
              <a:tr h="903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Influence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903948"/>
                  </a:ext>
                </a:extLst>
              </a:tr>
              <a:tr h="903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Local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Hundreds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987248"/>
                  </a:ext>
                </a:extLst>
              </a:tr>
              <a:tr h="903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National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Millions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Fast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265159"/>
                  </a:ext>
                </a:extLst>
              </a:tr>
              <a:tr h="8003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Billions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Instant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92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220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E671-4232-0EBD-8F02-71946081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7D1EFB-4610-8E5B-9590-7E5AE0BB1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F7E1C57-B2FE-C3E6-0CD7-DDC81B0F108E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49B45-593B-A3CE-91B9-4D005987DDF6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54A5B-E6F8-5987-A884-873CF7D7CA3A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90D5B-246E-A757-6E3E-5601DAE0C348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F7CFED-79C0-D43B-BA7E-564F902FD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E3A860D-DBEB-83B8-3DA0-D18A62290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3241205-1623-ABAF-ADDA-4802A1D03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3230C1-51CC-AC06-027E-45F99C2F3A6A}"/>
              </a:ext>
            </a:extLst>
          </p:cNvPr>
          <p:cNvSpPr/>
          <p:nvPr/>
        </p:nvSpPr>
        <p:spPr>
          <a:xfrm>
            <a:off x="13249390" y="1850876"/>
            <a:ext cx="4192604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Problem – Lack of a Unified Global Communication Platform</a:t>
            </a:r>
          </a:p>
          <a:p>
            <a:r>
              <a:rPr lang="en-US" dirty="0">
                <a:solidFill>
                  <a:schemeClr val="bg1"/>
                </a:solidFill>
              </a:rPr>
              <a:t>There was no single platform where people worldwide could easily connect, share ideas, and communicate in real time.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3BAAE9-7180-48EB-DD8C-D30FB8052D67}"/>
              </a:ext>
            </a:extLst>
          </p:cNvPr>
          <p:cNvSpPr/>
          <p:nvPr/>
        </p:nvSpPr>
        <p:spPr>
          <a:xfrm>
            <a:off x="19367047" y="1915060"/>
            <a:ext cx="4083787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Contribution – Built a Global Social Network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Zuckerberg turned Facebook into a worldwide platform, connecting billions of people, enabling global communication, cultural exchange, online communities, and even business growth across borders.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AEDCC-98B8-1E22-9676-A719ABFDEE77}"/>
              </a:ext>
            </a:extLst>
          </p:cNvPr>
          <p:cNvSpPr txBox="1"/>
          <p:nvPr/>
        </p:nvSpPr>
        <p:spPr>
          <a:xfrm>
            <a:off x="1781818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E5F8B5-5E70-3DA6-CF66-924F58113A2F}"/>
              </a:ext>
            </a:extLst>
          </p:cNvPr>
          <p:cNvSpPr txBox="1"/>
          <p:nvPr/>
        </p:nvSpPr>
        <p:spPr>
          <a:xfrm>
            <a:off x="17139099" y="105891"/>
            <a:ext cx="679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15162-2D0D-BD1F-2777-8AC05BE8CC8B}"/>
              </a:ext>
            </a:extLst>
          </p:cNvPr>
          <p:cNvSpPr txBox="1"/>
          <p:nvPr/>
        </p:nvSpPr>
        <p:spPr>
          <a:xfrm rot="20618859">
            <a:off x="1313032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5CB7E-0CDE-7FB3-12A2-E3EA9EBFDF2F}"/>
              </a:ext>
            </a:extLst>
          </p:cNvPr>
          <p:cNvSpPr txBox="1"/>
          <p:nvPr/>
        </p:nvSpPr>
        <p:spPr>
          <a:xfrm rot="235748">
            <a:off x="2279409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276F2-5314-FA13-DDF2-B16F15B61744}"/>
              </a:ext>
            </a:extLst>
          </p:cNvPr>
          <p:cNvSpPr txBox="1"/>
          <p:nvPr/>
        </p:nvSpPr>
        <p:spPr>
          <a:xfrm>
            <a:off x="4673434" y="-67688"/>
            <a:ext cx="2845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Super Adorable" panose="02000600000000000000" pitchFamily="2" charset="0"/>
              </a:rPr>
              <a:t>Quotes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F18EB-D091-7FF5-2483-A66C525E4516}"/>
              </a:ext>
            </a:extLst>
          </p:cNvPr>
          <p:cNvSpPr txBox="1"/>
          <p:nvPr/>
        </p:nvSpPr>
        <p:spPr>
          <a:xfrm>
            <a:off x="2032635" y="2385585"/>
            <a:ext cx="8126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Move fast and break things. Unless you are breaking stuff, you are not moving fast enough.</a:t>
            </a:r>
          </a:p>
        </p:txBody>
      </p:sp>
    </p:spTree>
    <p:extLst>
      <p:ext uri="{BB962C8B-B14F-4D97-AF65-F5344CB8AC3E}">
        <p14:creationId xmlns:p14="http://schemas.microsoft.com/office/powerpoint/2010/main" val="4162887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800E-B20C-73A4-774F-8CB33920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A374A5-3856-CA7F-EF7B-DC1B789B2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373D829-9801-1874-4D42-780A48B86A20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526B8-221F-9E5D-48F6-E5003B91D597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04353-1639-266D-CEC8-1F2B2746AB77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476C2-3DA7-8C68-3E43-0855E1B0F107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19A6F6-B3C5-B5EB-C784-BE6540837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82C0D71-C512-1394-9349-56C0B6D1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C82558-FC3D-6022-D3EB-ABD12190B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423308-F366-663E-7551-4D97A433C9A1}"/>
              </a:ext>
            </a:extLst>
          </p:cNvPr>
          <p:cNvSpPr/>
          <p:nvPr/>
        </p:nvSpPr>
        <p:spPr>
          <a:xfrm>
            <a:off x="13249390" y="1850876"/>
            <a:ext cx="4192604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Problem – Lack of a Unified Global Communication Platform</a:t>
            </a:r>
          </a:p>
          <a:p>
            <a:r>
              <a:rPr lang="en-US" dirty="0">
                <a:solidFill>
                  <a:schemeClr val="bg1"/>
                </a:solidFill>
              </a:rPr>
              <a:t>There was no single platform where people worldwide could easily connect, share ideas, and communicate in real time.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909949-1D2F-8D48-F958-DBAB8C71EA01}"/>
              </a:ext>
            </a:extLst>
          </p:cNvPr>
          <p:cNvSpPr/>
          <p:nvPr/>
        </p:nvSpPr>
        <p:spPr>
          <a:xfrm>
            <a:off x="19367047" y="1915060"/>
            <a:ext cx="4083787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Contribution – Built a Global Social Network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Zuckerberg turned Facebook into a worldwide platform, connecting billions of people, enabling global communication, cultural exchange, online communities, and even business growth across borders.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953B7-F7A3-D8E4-7D33-EC592BC4137E}"/>
              </a:ext>
            </a:extLst>
          </p:cNvPr>
          <p:cNvSpPr txBox="1"/>
          <p:nvPr/>
        </p:nvSpPr>
        <p:spPr>
          <a:xfrm>
            <a:off x="1781818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BB53F-E562-5D14-C530-B4FBF413424B}"/>
              </a:ext>
            </a:extLst>
          </p:cNvPr>
          <p:cNvSpPr txBox="1"/>
          <p:nvPr/>
        </p:nvSpPr>
        <p:spPr>
          <a:xfrm>
            <a:off x="17139099" y="105891"/>
            <a:ext cx="679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148E0-EDEF-F90F-F892-E1F9654F0F30}"/>
              </a:ext>
            </a:extLst>
          </p:cNvPr>
          <p:cNvSpPr txBox="1"/>
          <p:nvPr/>
        </p:nvSpPr>
        <p:spPr>
          <a:xfrm rot="20618859">
            <a:off x="1313032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9484D-8BEB-5BF6-EAED-9E0B0FBFD49F}"/>
              </a:ext>
            </a:extLst>
          </p:cNvPr>
          <p:cNvSpPr txBox="1"/>
          <p:nvPr/>
        </p:nvSpPr>
        <p:spPr>
          <a:xfrm rot="235748">
            <a:off x="2279409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501E1-95AC-AF8A-3644-0FE8280FA4E7}"/>
              </a:ext>
            </a:extLst>
          </p:cNvPr>
          <p:cNvSpPr txBox="1"/>
          <p:nvPr/>
        </p:nvSpPr>
        <p:spPr>
          <a:xfrm>
            <a:off x="2821387" y="0"/>
            <a:ext cx="6549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Super Adorable" panose="02000600000000000000" pitchFamily="2" charset="0"/>
              </a:rPr>
              <a:t>Sources &amp; Credits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DD1E1A-6038-008D-4546-CD05B36C58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75" y="1613117"/>
            <a:ext cx="1685330" cy="16853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10EF6F-6B50-79C9-A872-2435881998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880" y="1850876"/>
            <a:ext cx="989208" cy="9892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A4872C-3AF6-C8A6-55C7-6BF83DE40E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808" y="2035432"/>
            <a:ext cx="2953352" cy="86385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387821-9C44-A5C7-9222-667BD0BF9B5B}"/>
              </a:ext>
            </a:extLst>
          </p:cNvPr>
          <p:cNvCxnSpPr>
            <a:stCxn id="25" idx="3"/>
          </p:cNvCxnSpPr>
          <p:nvPr/>
        </p:nvCxnSpPr>
        <p:spPr>
          <a:xfrm>
            <a:off x="7008160" y="2467359"/>
            <a:ext cx="20937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7B0617-66AC-54AA-530F-C29B2FE3EC95}"/>
              </a:ext>
            </a:extLst>
          </p:cNvPr>
          <p:cNvCxnSpPr>
            <a:cxnSpLocks/>
          </p:cNvCxnSpPr>
          <p:nvPr/>
        </p:nvCxnSpPr>
        <p:spPr>
          <a:xfrm>
            <a:off x="8034065" y="2467359"/>
            <a:ext cx="0" cy="831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4B88224-7C19-AB6E-0A5E-766107DA84F2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8029030" y="3288543"/>
            <a:ext cx="350109" cy="75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31F9998-8A41-93C8-66E6-9BB655B4EF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139" y="3092450"/>
            <a:ext cx="2438405" cy="5425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73B15D3-6156-161B-F90F-EA02AD4C04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37" y="4090719"/>
            <a:ext cx="2438405" cy="6096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43C7FAA-9C12-F6D4-FD4D-88E9A7098FB6}"/>
              </a:ext>
            </a:extLst>
          </p:cNvPr>
          <p:cNvSpPr txBox="1"/>
          <p:nvPr/>
        </p:nvSpPr>
        <p:spPr>
          <a:xfrm>
            <a:off x="8149337" y="4331777"/>
            <a:ext cx="317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Super Adorable" panose="02000600000000000000" pitchFamily="2" charset="0"/>
              </a:rPr>
              <a:t>Classmate: Neel</a:t>
            </a:r>
          </a:p>
        </p:txBody>
      </p:sp>
    </p:spTree>
    <p:extLst>
      <p:ext uri="{BB962C8B-B14F-4D97-AF65-F5344CB8AC3E}">
        <p14:creationId xmlns:p14="http://schemas.microsoft.com/office/powerpoint/2010/main" val="84384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539C-2EE5-A080-B092-BE68795E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C76AC6-D6CE-4825-7026-7474D1607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0415" y="4331777"/>
            <a:ext cx="4998400" cy="116212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2C9E763-4403-EDBF-D796-7222B8EAE146}"/>
              </a:ext>
            </a:extLst>
          </p:cNvPr>
          <p:cNvSpPr/>
          <p:nvPr/>
        </p:nvSpPr>
        <p:spPr>
          <a:xfrm>
            <a:off x="12676694" y="1841500"/>
            <a:ext cx="3175000" cy="3175000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</a:schemeClr>
              </a:gs>
              <a:gs pos="85000">
                <a:srgbClr val="7E2B6A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1499D-8253-8B5B-AE6D-56BD4D4293D2}"/>
              </a:ext>
            </a:extLst>
          </p:cNvPr>
          <p:cNvSpPr txBox="1"/>
          <p:nvPr/>
        </p:nvSpPr>
        <p:spPr>
          <a:xfrm>
            <a:off x="12949744" y="2767280"/>
            <a:ext cx="265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Mark Zuckerberg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A3E2D-A4CE-8900-57C7-13E2B73E57EB}"/>
              </a:ext>
            </a:extLst>
          </p:cNvPr>
          <p:cNvSpPr txBox="1"/>
          <p:nvPr/>
        </p:nvSpPr>
        <p:spPr>
          <a:xfrm>
            <a:off x="19414887" y="465772"/>
            <a:ext cx="355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Mark </a:t>
            </a:r>
          </a:p>
          <a:p>
            <a:r>
              <a:rPr lang="en-US" sz="4800" dirty="0">
                <a:solidFill>
                  <a:schemeClr val="bg1"/>
                </a:solidFill>
                <a:latin typeface="FSP DEMO - Zuume Rough" panose="00000500000000000000" pitchFamily="50" charset="0"/>
              </a:rPr>
              <a:t>Zuckerberg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3E2AC-11F1-0560-A4C9-99D67C615546}"/>
              </a:ext>
            </a:extLst>
          </p:cNvPr>
          <p:cNvSpPr txBox="1"/>
          <p:nvPr/>
        </p:nvSpPr>
        <p:spPr>
          <a:xfrm>
            <a:off x="19192713" y="2455782"/>
            <a:ext cx="5117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Mark </a:t>
            </a:r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Z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Montserrat Light" panose="00000400000000000000" pitchFamily="2" charset="0"/>
              </a:rPr>
              <a:t>uckerberg , known as co-founder, chairman and CEO of Meta Platforms.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 Light" panose="00000400000000000000" pitchFamily="2" charset="0"/>
              </a:rPr>
              <a:t>(born May  14 ,1984)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60744-4B79-AC1E-ED59-7F437FDA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69" y="4912840"/>
            <a:ext cx="649076" cy="649076"/>
          </a:xfrm>
          <a:prstGeom prst="rect">
            <a:avLst/>
          </a:prstGeom>
        </p:spPr>
      </p:pic>
      <p:pic>
        <p:nvPicPr>
          <p:cNvPr id="9" name="Graphic 8" descr="Caret Left with solid fill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848A3E5-3A5B-9997-C136-107317A75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971" y="6476747"/>
            <a:ext cx="333404" cy="333404"/>
          </a:xfrm>
          <a:prstGeom prst="rect">
            <a:avLst/>
          </a:prstGeom>
        </p:spPr>
      </p:pic>
      <p:pic>
        <p:nvPicPr>
          <p:cNvPr id="11" name="Graphic 10" descr="Caret Left with solid fill">
            <a:extLst>
              <a:ext uri="{FF2B5EF4-FFF2-40B4-BE49-F238E27FC236}">
                <a16:creationId xmlns:a16="http://schemas.microsoft.com/office/drawing/2014/main" id="{76C43777-FB27-82E1-8AA4-2BC750DF7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29298" y="6476747"/>
            <a:ext cx="333404" cy="33340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56C16A-0F40-8C1D-7FB7-E225FD2AC869}"/>
              </a:ext>
            </a:extLst>
          </p:cNvPr>
          <p:cNvSpPr/>
          <p:nvPr/>
        </p:nvSpPr>
        <p:spPr>
          <a:xfrm>
            <a:off x="13249390" y="1850876"/>
            <a:ext cx="4192604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Problem – Lack of a Unified Global Communication Platform</a:t>
            </a:r>
          </a:p>
          <a:p>
            <a:r>
              <a:rPr lang="en-US" dirty="0">
                <a:solidFill>
                  <a:schemeClr val="bg1"/>
                </a:solidFill>
              </a:rPr>
              <a:t>There was no single platform where people worldwide could easily connect, share ideas, and communicate in real time.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CC90B1-8CCF-E242-2283-20B37A5A9F13}"/>
              </a:ext>
            </a:extLst>
          </p:cNvPr>
          <p:cNvSpPr/>
          <p:nvPr/>
        </p:nvSpPr>
        <p:spPr>
          <a:xfrm>
            <a:off x="19367047" y="1915060"/>
            <a:ext cx="4083787" cy="371104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Contribution – Built a Global Social Network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Zuckerberg turned Facebook into a worldwide platform, connecting billions of people, enabling global communication, cultural exchange, online communities, and even business growth across borders.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DD9D6-0E2F-9F4D-10CC-BE23FA4BA165}"/>
              </a:ext>
            </a:extLst>
          </p:cNvPr>
          <p:cNvSpPr txBox="1"/>
          <p:nvPr/>
        </p:nvSpPr>
        <p:spPr>
          <a:xfrm>
            <a:off x="17818184" y="47849"/>
            <a:ext cx="2258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166CB-4EFA-8E92-5730-7B489B614780}"/>
              </a:ext>
            </a:extLst>
          </p:cNvPr>
          <p:cNvSpPr txBox="1"/>
          <p:nvPr/>
        </p:nvSpPr>
        <p:spPr>
          <a:xfrm>
            <a:off x="17139099" y="105891"/>
            <a:ext cx="679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9FBB14-3DAF-C4FD-7A73-89DE1BD8491D}"/>
              </a:ext>
            </a:extLst>
          </p:cNvPr>
          <p:cNvSpPr txBox="1"/>
          <p:nvPr/>
        </p:nvSpPr>
        <p:spPr>
          <a:xfrm rot="20618859">
            <a:off x="13130328" y="1530339"/>
            <a:ext cx="1014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83680C-BC4A-51EC-00D6-ECB100D0DF42}"/>
              </a:ext>
            </a:extLst>
          </p:cNvPr>
          <p:cNvSpPr txBox="1"/>
          <p:nvPr/>
        </p:nvSpPr>
        <p:spPr>
          <a:xfrm rot="235748">
            <a:off x="22794094" y="4979769"/>
            <a:ext cx="820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4FED25-CADD-F2D8-0D39-5AE6A4565015}"/>
              </a:ext>
            </a:extLst>
          </p:cNvPr>
          <p:cNvSpPr txBox="1"/>
          <p:nvPr/>
        </p:nvSpPr>
        <p:spPr>
          <a:xfrm>
            <a:off x="4624787" y="2590800"/>
            <a:ext cx="38842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Super Adorable" panose="02000600000000000000" pitchFamily="2" charset="0"/>
              </a:rPr>
              <a:t>Thank You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55E477-F58F-D73A-CC18-A7D5EF79EA4F}"/>
              </a:ext>
            </a:extLst>
          </p:cNvPr>
          <p:cNvSpPr txBox="1"/>
          <p:nvPr/>
        </p:nvSpPr>
        <p:spPr>
          <a:xfrm>
            <a:off x="5181601" y="3428999"/>
            <a:ext cx="248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uper Adorable" panose="02000600000000000000" pitchFamily="2" charset="0"/>
              </a:rPr>
              <a:t>~   By Jastina~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55C275-259A-BA58-AF27-5AD80B7E8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13" y="3523194"/>
            <a:ext cx="299732" cy="29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85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1228</Words>
  <Application>Microsoft Office PowerPoint</Application>
  <PresentationFormat>Widescreen</PresentationFormat>
  <Paragraphs>151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Aharoni</vt:lpstr>
      <vt:lpstr>Aptos</vt:lpstr>
      <vt:lpstr>Aptos Display</vt:lpstr>
      <vt:lpstr>Arial</vt:lpstr>
      <vt:lpstr>FSP DEMO - Zuume Rough</vt:lpstr>
      <vt:lpstr>Montserrat</vt:lpstr>
      <vt:lpstr>Montserrat Light</vt:lpstr>
      <vt:lpstr>Super Adorable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Vardaan Kulshreshtha</dc:creator>
  <cp:lastModifiedBy>Vardaan Kulshreshtha</cp:lastModifiedBy>
  <cp:revision>1</cp:revision>
  <dcterms:created xsi:type="dcterms:W3CDTF">2026-03-31T05:00:24Z</dcterms:created>
  <dcterms:modified xsi:type="dcterms:W3CDTF">2026-03-31T13:44:40Z</dcterms:modified>
</cp:coreProperties>
</file>